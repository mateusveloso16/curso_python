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0" r:id="rId1"/>
  </p:sldMasterIdLst>
  <p:notesMasterIdLst>
    <p:notesMasterId r:id="rId19"/>
  </p:notesMasterIdLst>
  <p:handoutMasterIdLst>
    <p:handoutMasterId r:id="rId20"/>
  </p:handoutMasterIdLst>
  <p:sldIdLst>
    <p:sldId id="1313" r:id="rId2"/>
    <p:sldId id="258" r:id="rId3"/>
    <p:sldId id="1314" r:id="rId4"/>
    <p:sldId id="1315" r:id="rId5"/>
    <p:sldId id="1316" r:id="rId6"/>
    <p:sldId id="1317" r:id="rId7"/>
    <p:sldId id="1318" r:id="rId8"/>
    <p:sldId id="1319" r:id="rId9"/>
    <p:sldId id="1320" r:id="rId10"/>
    <p:sldId id="1321" r:id="rId11"/>
    <p:sldId id="1322" r:id="rId12"/>
    <p:sldId id="1323" r:id="rId13"/>
    <p:sldId id="272" r:id="rId14"/>
    <p:sldId id="273" r:id="rId15"/>
    <p:sldId id="275" r:id="rId16"/>
    <p:sldId id="274" r:id="rId17"/>
    <p:sldId id="276" r:id="rId18"/>
  </p:sldIdLst>
  <p:sldSz cx="14630400" cy="8229600"/>
  <p:notesSz cx="6858000" cy="9144000"/>
  <p:defaultTextStyle>
    <a:defPPr>
      <a:defRPr lang="en-US"/>
    </a:defPPr>
    <a:lvl1pPr marL="0" algn="l" defTabSz="1463004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1pPr>
    <a:lvl2pPr marL="731502" algn="l" defTabSz="1463004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2pPr>
    <a:lvl3pPr marL="1463004" algn="l" defTabSz="1463004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3pPr>
    <a:lvl4pPr marL="2194505" algn="l" defTabSz="1463004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4pPr>
    <a:lvl5pPr marL="2926007" algn="l" defTabSz="1463004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5pPr>
    <a:lvl6pPr marL="3657509" algn="l" defTabSz="1463004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6pPr>
    <a:lvl7pPr marL="4389011" algn="l" defTabSz="1463004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7pPr>
    <a:lvl8pPr marL="5120512" algn="l" defTabSz="1463004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8pPr>
    <a:lvl9pPr marL="5852014" algn="l" defTabSz="1463004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84" userDrawn="1">
          <p15:clr>
            <a:srgbClr val="A4A3A4"/>
          </p15:clr>
        </p15:guide>
        <p15:guide id="2" pos="4781" userDrawn="1">
          <p15:clr>
            <a:srgbClr val="A4A3A4"/>
          </p15:clr>
        </p15:guide>
        <p15:guide id="3" orient="horz" pos="1313" userDrawn="1">
          <p15:clr>
            <a:srgbClr val="A4A3A4"/>
          </p15:clr>
        </p15:guide>
        <p15:guide id="4" pos="39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1B2C"/>
    <a:srgbClr val="000000"/>
    <a:srgbClr val="808080"/>
    <a:srgbClr val="C0C0C0"/>
    <a:srgbClr val="DDDDDD"/>
    <a:srgbClr val="B2B2B2"/>
    <a:srgbClr val="FFFFFF"/>
    <a:srgbClr val="5F5F5F"/>
    <a:srgbClr val="7F7F7F"/>
    <a:srgbClr val="3286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5" autoAdjust="0"/>
    <p:restoredTop sz="96122" autoAdjust="0"/>
  </p:normalViewPr>
  <p:slideViewPr>
    <p:cSldViewPr snapToObjects="1">
      <p:cViewPr varScale="1">
        <p:scale>
          <a:sx n="102" d="100"/>
          <a:sy n="102" d="100"/>
        </p:scale>
        <p:origin x="320" y="200"/>
      </p:cViewPr>
      <p:guideLst>
        <p:guide orient="horz" pos="1884"/>
        <p:guide pos="4781"/>
        <p:guide orient="horz" pos="1313"/>
        <p:guide pos="39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99534"/>
    </p:cViewPr>
  </p:sorterViewPr>
  <p:notesViewPr>
    <p:cSldViewPr snapToObjects="1">
      <p:cViewPr varScale="1">
        <p:scale>
          <a:sx n="97" d="100"/>
          <a:sy n="97" d="100"/>
        </p:scale>
        <p:origin x="2216" y="20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C7E6207-97F0-0CE4-7203-100C2B2AD4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63D190-1EFA-37C1-62A2-DAD9C0B760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8F1D79-6E72-054B-9234-5616473139B5}" type="datetimeFigureOut">
              <a:rPr lang="en-US" smtClean="0"/>
              <a:pPr/>
              <a:t>9/29/25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82E48A-763D-C98A-C5C3-3B89ACC8389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83FD45-440E-9F85-F21F-A073C33BEB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D71FC3-94C1-F346-AC2A-5FB68FD83D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6366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1D146-B4E0-1741-B9EE-9789392EFCC4}" type="datetimeFigureOut">
              <a:rPr lang="en-US" smtClean="0"/>
              <a:pPr/>
              <a:t>9/29/25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863621-2E60-B848-8968-B0341E26A3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024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31502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1pPr>
    <a:lvl2pPr marL="731502" algn="l" defTabSz="731502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2pPr>
    <a:lvl3pPr marL="1463004" algn="l" defTabSz="731502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3pPr>
    <a:lvl4pPr marL="2194505" algn="l" defTabSz="731502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4pPr>
    <a:lvl5pPr marL="2926007" algn="l" defTabSz="731502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5pPr>
    <a:lvl6pPr marL="3657509" algn="l" defTabSz="731502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6pPr>
    <a:lvl7pPr marL="4389011" algn="l" defTabSz="731502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7pPr>
    <a:lvl8pPr marL="5120512" algn="l" defTabSz="731502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8pPr>
    <a:lvl9pPr marL="5852014" algn="l" defTabSz="731502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556512"/>
            <a:ext cx="12435840" cy="1764030"/>
          </a:xfrm>
        </p:spPr>
        <p:txBody>
          <a:bodyPr>
            <a:normAutofit/>
          </a:bodyPr>
          <a:lstStyle>
            <a:lvl1pPr>
              <a:defRPr sz="432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3280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8778" y="298376"/>
            <a:ext cx="12435840" cy="981073"/>
          </a:xfrm>
        </p:spPr>
        <p:txBody>
          <a:bodyPr/>
          <a:lstStyle>
            <a:lvl1pPr algn="l">
              <a:defRPr b="0">
                <a:solidFill>
                  <a:srgbClr val="FFC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4114800"/>
            <a:ext cx="12435840" cy="290131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440"/>
              </a:spcBef>
              <a:buNone/>
              <a:defRPr sz="2640" baseline="0">
                <a:solidFill>
                  <a:srgbClr val="000000"/>
                </a:solidFill>
              </a:defRPr>
            </a:lvl1pPr>
            <a:lvl2pPr marL="274313" indent="0">
              <a:lnSpc>
                <a:spcPct val="150000"/>
              </a:lnSpc>
              <a:spcBef>
                <a:spcPts val="1440"/>
              </a:spcBef>
              <a:buNone/>
              <a:defRPr sz="2640" baseline="0">
                <a:solidFill>
                  <a:srgbClr val="000000"/>
                </a:solidFill>
              </a:defRPr>
            </a:lvl2pPr>
            <a:lvl3pPr marL="551167" indent="0">
              <a:lnSpc>
                <a:spcPct val="150000"/>
              </a:lnSpc>
              <a:spcBef>
                <a:spcPts val="1440"/>
              </a:spcBef>
              <a:buNone/>
              <a:defRPr sz="2640" baseline="0">
                <a:solidFill>
                  <a:srgbClr val="000000"/>
                </a:solidFill>
              </a:defRPr>
            </a:lvl3pPr>
            <a:lvl4pPr marL="825480" indent="0">
              <a:lnSpc>
                <a:spcPct val="150000"/>
              </a:lnSpc>
              <a:spcBef>
                <a:spcPts val="1440"/>
              </a:spcBef>
              <a:buNone/>
              <a:defRPr sz="2640" baseline="0">
                <a:solidFill>
                  <a:srgbClr val="000000"/>
                </a:solidFill>
              </a:defRPr>
            </a:lvl4pPr>
            <a:lvl5pPr marL="1099794" indent="0">
              <a:lnSpc>
                <a:spcPct val="150000"/>
              </a:lnSpc>
              <a:spcBef>
                <a:spcPts val="1440"/>
              </a:spcBef>
              <a:buNone/>
              <a:defRPr sz="2640" baseline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5" name="object 21">
            <a:extLst>
              <a:ext uri="{FF2B5EF4-FFF2-40B4-BE49-F238E27FC236}">
                <a16:creationId xmlns:a16="http://schemas.microsoft.com/office/drawing/2014/main" id="{95136B5B-70AE-B8A5-ACF4-EA740CF100B6}"/>
              </a:ext>
            </a:extLst>
          </p:cNvPr>
          <p:cNvGrpSpPr/>
          <p:nvPr userDrawn="1"/>
        </p:nvGrpSpPr>
        <p:grpSpPr>
          <a:xfrm>
            <a:off x="1097280" y="7427168"/>
            <a:ext cx="1526142" cy="404664"/>
            <a:chOff x="12227495" y="8878099"/>
            <a:chExt cx="2912110" cy="772160"/>
          </a:xfrm>
        </p:grpSpPr>
        <p:sp>
          <p:nvSpPr>
            <p:cNvPr id="6" name="object 22">
              <a:extLst>
                <a:ext uri="{FF2B5EF4-FFF2-40B4-BE49-F238E27FC236}">
                  <a16:creationId xmlns:a16="http://schemas.microsoft.com/office/drawing/2014/main" id="{C6EA4C23-E408-D363-ABA5-E3A947D10304}"/>
                </a:ext>
              </a:extLst>
            </p:cNvPr>
            <p:cNvSpPr/>
            <p:nvPr/>
          </p:nvSpPr>
          <p:spPr>
            <a:xfrm>
              <a:off x="13198678" y="9025737"/>
              <a:ext cx="692150" cy="194310"/>
            </a:xfrm>
            <a:custGeom>
              <a:avLst/>
              <a:gdLst/>
              <a:ahLst/>
              <a:cxnLst/>
              <a:rect l="l" t="t" r="r" b="b"/>
              <a:pathLst>
                <a:path w="692150" h="194309">
                  <a:moveTo>
                    <a:pt x="175679" y="97078"/>
                  </a:moveTo>
                  <a:lnTo>
                    <a:pt x="173926" y="77330"/>
                  </a:lnTo>
                  <a:lnTo>
                    <a:pt x="168643" y="59270"/>
                  </a:lnTo>
                  <a:lnTo>
                    <a:pt x="159829" y="42875"/>
                  </a:lnTo>
                  <a:lnTo>
                    <a:pt x="153631" y="35471"/>
                  </a:lnTo>
                  <a:lnTo>
                    <a:pt x="147510" y="28155"/>
                  </a:lnTo>
                  <a:lnTo>
                    <a:pt x="134797" y="17868"/>
                  </a:lnTo>
                  <a:lnTo>
                    <a:pt x="134797" y="97078"/>
                  </a:lnTo>
                  <a:lnTo>
                    <a:pt x="133731" y="109880"/>
                  </a:lnTo>
                  <a:lnTo>
                    <a:pt x="108496" y="148882"/>
                  </a:lnTo>
                  <a:lnTo>
                    <a:pt x="73482" y="158673"/>
                  </a:lnTo>
                  <a:lnTo>
                    <a:pt x="39509" y="158673"/>
                  </a:lnTo>
                  <a:lnTo>
                    <a:pt x="39509" y="35471"/>
                  </a:lnTo>
                  <a:lnTo>
                    <a:pt x="73482" y="35471"/>
                  </a:lnTo>
                  <a:lnTo>
                    <a:pt x="117678" y="52743"/>
                  </a:lnTo>
                  <a:lnTo>
                    <a:pt x="134797" y="97078"/>
                  </a:lnTo>
                  <a:lnTo>
                    <a:pt x="134797" y="17868"/>
                  </a:lnTo>
                  <a:lnTo>
                    <a:pt x="132524" y="16014"/>
                  </a:lnTo>
                  <a:lnTo>
                    <a:pt x="115735" y="7327"/>
                  </a:lnTo>
                  <a:lnTo>
                    <a:pt x="97167" y="2133"/>
                  </a:lnTo>
                  <a:lnTo>
                    <a:pt x="76796" y="393"/>
                  </a:lnTo>
                  <a:lnTo>
                    <a:pt x="0" y="393"/>
                  </a:lnTo>
                  <a:lnTo>
                    <a:pt x="0" y="193751"/>
                  </a:lnTo>
                  <a:lnTo>
                    <a:pt x="76796" y="193751"/>
                  </a:lnTo>
                  <a:lnTo>
                    <a:pt x="115735" y="186804"/>
                  </a:lnTo>
                  <a:lnTo>
                    <a:pt x="153644" y="158673"/>
                  </a:lnTo>
                  <a:lnTo>
                    <a:pt x="173926" y="116814"/>
                  </a:lnTo>
                  <a:lnTo>
                    <a:pt x="175679" y="97078"/>
                  </a:lnTo>
                  <a:close/>
                </a:path>
                <a:path w="692150" h="194309">
                  <a:moveTo>
                    <a:pt x="372071" y="193751"/>
                  </a:moveTo>
                  <a:lnTo>
                    <a:pt x="355041" y="151765"/>
                  </a:lnTo>
                  <a:lnTo>
                    <a:pt x="340804" y="116687"/>
                  </a:lnTo>
                  <a:lnTo>
                    <a:pt x="311442" y="44310"/>
                  </a:lnTo>
                  <a:lnTo>
                    <a:pt x="299427" y="14706"/>
                  </a:lnTo>
                  <a:lnTo>
                    <a:pt x="299427" y="116687"/>
                  </a:lnTo>
                  <a:lnTo>
                    <a:pt x="241973" y="116687"/>
                  </a:lnTo>
                  <a:lnTo>
                    <a:pt x="270700" y="44310"/>
                  </a:lnTo>
                  <a:lnTo>
                    <a:pt x="299427" y="116687"/>
                  </a:lnTo>
                  <a:lnTo>
                    <a:pt x="299427" y="14706"/>
                  </a:lnTo>
                  <a:lnTo>
                    <a:pt x="293624" y="393"/>
                  </a:lnTo>
                  <a:lnTo>
                    <a:pt x="249986" y="393"/>
                  </a:lnTo>
                  <a:lnTo>
                    <a:pt x="171538" y="193751"/>
                  </a:lnTo>
                  <a:lnTo>
                    <a:pt x="211594" y="193751"/>
                  </a:lnTo>
                  <a:lnTo>
                    <a:pt x="228168" y="151765"/>
                  </a:lnTo>
                  <a:lnTo>
                    <a:pt x="313245" y="151765"/>
                  </a:lnTo>
                  <a:lnTo>
                    <a:pt x="329819" y="193751"/>
                  </a:lnTo>
                  <a:lnTo>
                    <a:pt x="372071" y="193751"/>
                  </a:lnTo>
                  <a:close/>
                </a:path>
                <a:path w="692150" h="194309">
                  <a:moveTo>
                    <a:pt x="510743" y="0"/>
                  </a:moveTo>
                  <a:lnTo>
                    <a:pt x="352742" y="0"/>
                  </a:lnTo>
                  <a:lnTo>
                    <a:pt x="352742" y="35560"/>
                  </a:lnTo>
                  <a:lnTo>
                    <a:pt x="411848" y="35560"/>
                  </a:lnTo>
                  <a:lnTo>
                    <a:pt x="411848" y="194310"/>
                  </a:lnTo>
                  <a:lnTo>
                    <a:pt x="451358" y="194310"/>
                  </a:lnTo>
                  <a:lnTo>
                    <a:pt x="451358" y="35560"/>
                  </a:lnTo>
                  <a:lnTo>
                    <a:pt x="510743" y="35560"/>
                  </a:lnTo>
                  <a:lnTo>
                    <a:pt x="510743" y="0"/>
                  </a:lnTo>
                  <a:close/>
                </a:path>
                <a:path w="692150" h="194309">
                  <a:moveTo>
                    <a:pt x="691946" y="193751"/>
                  </a:moveTo>
                  <a:lnTo>
                    <a:pt x="674903" y="151765"/>
                  </a:lnTo>
                  <a:lnTo>
                    <a:pt x="660679" y="116687"/>
                  </a:lnTo>
                  <a:lnTo>
                    <a:pt x="631317" y="44310"/>
                  </a:lnTo>
                  <a:lnTo>
                    <a:pt x="619302" y="14706"/>
                  </a:lnTo>
                  <a:lnTo>
                    <a:pt x="619302" y="116687"/>
                  </a:lnTo>
                  <a:lnTo>
                    <a:pt x="561848" y="116687"/>
                  </a:lnTo>
                  <a:lnTo>
                    <a:pt x="590562" y="44310"/>
                  </a:lnTo>
                  <a:lnTo>
                    <a:pt x="619302" y="116687"/>
                  </a:lnTo>
                  <a:lnTo>
                    <a:pt x="619302" y="14706"/>
                  </a:lnTo>
                  <a:lnTo>
                    <a:pt x="613498" y="393"/>
                  </a:lnTo>
                  <a:lnTo>
                    <a:pt x="569849" y="393"/>
                  </a:lnTo>
                  <a:lnTo>
                    <a:pt x="491401" y="193751"/>
                  </a:lnTo>
                  <a:lnTo>
                    <a:pt x="531456" y="193751"/>
                  </a:lnTo>
                  <a:lnTo>
                    <a:pt x="548030" y="151765"/>
                  </a:lnTo>
                  <a:lnTo>
                    <a:pt x="633107" y="151765"/>
                  </a:lnTo>
                  <a:lnTo>
                    <a:pt x="649681" y="193751"/>
                  </a:lnTo>
                  <a:lnTo>
                    <a:pt x="691946" y="193751"/>
                  </a:lnTo>
                  <a:close/>
                </a:path>
              </a:pathLst>
            </a:custGeom>
            <a:solidFill>
              <a:srgbClr val="0101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23">
              <a:extLst>
                <a:ext uri="{FF2B5EF4-FFF2-40B4-BE49-F238E27FC236}">
                  <a16:creationId xmlns:a16="http://schemas.microsoft.com/office/drawing/2014/main" id="{36AA52E0-C7A1-25E2-0E35-E6A1694DFA6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86471" y="9023364"/>
              <a:ext cx="149987" cy="198877"/>
            </a:xfrm>
            <a:prstGeom prst="rect">
              <a:avLst/>
            </a:prstGeom>
          </p:spPr>
        </p:pic>
        <p:pic>
          <p:nvPicPr>
            <p:cNvPr id="8" name="object 24">
              <a:extLst>
                <a:ext uri="{FF2B5EF4-FFF2-40B4-BE49-F238E27FC236}">
                  <a16:creationId xmlns:a16="http://schemas.microsoft.com/office/drawing/2014/main" id="{D2F115A2-0B39-C64F-7CE0-CF7151454F3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56340" y="9023364"/>
              <a:ext cx="191973" cy="198877"/>
            </a:xfrm>
            <a:prstGeom prst="rect">
              <a:avLst/>
            </a:prstGeom>
          </p:spPr>
        </p:pic>
        <p:sp>
          <p:nvSpPr>
            <p:cNvPr id="9" name="object 25">
              <a:extLst>
                <a:ext uri="{FF2B5EF4-FFF2-40B4-BE49-F238E27FC236}">
                  <a16:creationId xmlns:a16="http://schemas.microsoft.com/office/drawing/2014/main" id="{A3F38BD9-7D07-2017-BA43-21FFCE0089FF}"/>
                </a:ext>
              </a:extLst>
            </p:cNvPr>
            <p:cNvSpPr/>
            <p:nvPr/>
          </p:nvSpPr>
          <p:spPr>
            <a:xfrm>
              <a:off x="14372616" y="9025737"/>
              <a:ext cx="198120" cy="194310"/>
            </a:xfrm>
            <a:custGeom>
              <a:avLst/>
              <a:gdLst/>
              <a:ahLst/>
              <a:cxnLst/>
              <a:rect l="l" t="t" r="r" b="b"/>
              <a:pathLst>
                <a:path w="198119" h="194309">
                  <a:moveTo>
                    <a:pt x="39497" y="393"/>
                  </a:moveTo>
                  <a:lnTo>
                    <a:pt x="0" y="393"/>
                  </a:lnTo>
                  <a:lnTo>
                    <a:pt x="0" y="193751"/>
                  </a:lnTo>
                  <a:lnTo>
                    <a:pt x="39497" y="193751"/>
                  </a:lnTo>
                  <a:lnTo>
                    <a:pt x="39497" y="393"/>
                  </a:lnTo>
                  <a:close/>
                </a:path>
                <a:path w="198119" h="194309">
                  <a:moveTo>
                    <a:pt x="198043" y="0"/>
                  </a:moveTo>
                  <a:lnTo>
                    <a:pt x="69329" y="0"/>
                  </a:lnTo>
                  <a:lnTo>
                    <a:pt x="69329" y="35560"/>
                  </a:lnTo>
                  <a:lnTo>
                    <a:pt x="69329" y="80010"/>
                  </a:lnTo>
                  <a:lnTo>
                    <a:pt x="69329" y="114300"/>
                  </a:lnTo>
                  <a:lnTo>
                    <a:pt x="69329" y="158750"/>
                  </a:lnTo>
                  <a:lnTo>
                    <a:pt x="69329" y="194310"/>
                  </a:lnTo>
                  <a:lnTo>
                    <a:pt x="198043" y="194310"/>
                  </a:lnTo>
                  <a:lnTo>
                    <a:pt x="198043" y="158750"/>
                  </a:lnTo>
                  <a:lnTo>
                    <a:pt x="108826" y="158750"/>
                  </a:lnTo>
                  <a:lnTo>
                    <a:pt x="108826" y="114300"/>
                  </a:lnTo>
                  <a:lnTo>
                    <a:pt x="195287" y="114300"/>
                  </a:lnTo>
                  <a:lnTo>
                    <a:pt x="195287" y="80010"/>
                  </a:lnTo>
                  <a:lnTo>
                    <a:pt x="108826" y="80010"/>
                  </a:lnTo>
                  <a:lnTo>
                    <a:pt x="108826" y="35560"/>
                  </a:lnTo>
                  <a:lnTo>
                    <a:pt x="198043" y="35560"/>
                  </a:lnTo>
                  <a:lnTo>
                    <a:pt x="198043" y="0"/>
                  </a:lnTo>
                  <a:close/>
                </a:path>
              </a:pathLst>
            </a:custGeom>
            <a:solidFill>
              <a:srgbClr val="0101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26">
              <a:extLst>
                <a:ext uri="{FF2B5EF4-FFF2-40B4-BE49-F238E27FC236}">
                  <a16:creationId xmlns:a16="http://schemas.microsoft.com/office/drawing/2014/main" id="{5DBAE4D1-0175-431E-28D4-970F87B0B15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597189" y="9026124"/>
              <a:ext cx="172911" cy="193358"/>
            </a:xfrm>
            <a:prstGeom prst="rect">
              <a:avLst/>
            </a:prstGeom>
          </p:spPr>
        </p:pic>
        <p:pic>
          <p:nvPicPr>
            <p:cNvPr id="11" name="object 27">
              <a:extLst>
                <a:ext uri="{FF2B5EF4-FFF2-40B4-BE49-F238E27FC236}">
                  <a16:creationId xmlns:a16="http://schemas.microsoft.com/office/drawing/2014/main" id="{DCCDA01F-2A63-5E77-AE00-29266CFD3C0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794407" y="9023364"/>
              <a:ext cx="191969" cy="198877"/>
            </a:xfrm>
            <a:prstGeom prst="rect">
              <a:avLst/>
            </a:prstGeom>
          </p:spPr>
        </p:pic>
        <p:sp>
          <p:nvSpPr>
            <p:cNvPr id="12" name="object 28">
              <a:extLst>
                <a:ext uri="{FF2B5EF4-FFF2-40B4-BE49-F238E27FC236}">
                  <a16:creationId xmlns:a16="http://schemas.microsoft.com/office/drawing/2014/main" id="{1208D54E-FA64-B31A-C45D-535785173A00}"/>
                </a:ext>
              </a:extLst>
            </p:cNvPr>
            <p:cNvSpPr/>
            <p:nvPr/>
          </p:nvSpPr>
          <p:spPr>
            <a:xfrm>
              <a:off x="15010676" y="9025737"/>
              <a:ext cx="128905" cy="194310"/>
            </a:xfrm>
            <a:custGeom>
              <a:avLst/>
              <a:gdLst/>
              <a:ahLst/>
              <a:cxnLst/>
              <a:rect l="l" t="t" r="r" b="b"/>
              <a:pathLst>
                <a:path w="128905" h="194309">
                  <a:moveTo>
                    <a:pt x="128727" y="0"/>
                  </a:moveTo>
                  <a:lnTo>
                    <a:pt x="0" y="0"/>
                  </a:lnTo>
                  <a:lnTo>
                    <a:pt x="0" y="35560"/>
                  </a:lnTo>
                  <a:lnTo>
                    <a:pt x="0" y="80010"/>
                  </a:lnTo>
                  <a:lnTo>
                    <a:pt x="0" y="114300"/>
                  </a:lnTo>
                  <a:lnTo>
                    <a:pt x="0" y="158750"/>
                  </a:lnTo>
                  <a:lnTo>
                    <a:pt x="0" y="194310"/>
                  </a:lnTo>
                  <a:lnTo>
                    <a:pt x="128727" y="194310"/>
                  </a:lnTo>
                  <a:lnTo>
                    <a:pt x="128727" y="158750"/>
                  </a:lnTo>
                  <a:lnTo>
                    <a:pt x="39497" y="158750"/>
                  </a:lnTo>
                  <a:lnTo>
                    <a:pt x="39497" y="114300"/>
                  </a:lnTo>
                  <a:lnTo>
                    <a:pt x="125958" y="114300"/>
                  </a:lnTo>
                  <a:lnTo>
                    <a:pt x="125958" y="80010"/>
                  </a:lnTo>
                  <a:lnTo>
                    <a:pt x="39497" y="80010"/>
                  </a:lnTo>
                  <a:lnTo>
                    <a:pt x="39497" y="35560"/>
                  </a:lnTo>
                  <a:lnTo>
                    <a:pt x="128727" y="35560"/>
                  </a:lnTo>
                  <a:lnTo>
                    <a:pt x="128727" y="0"/>
                  </a:lnTo>
                  <a:close/>
                </a:path>
              </a:pathLst>
            </a:custGeom>
            <a:solidFill>
              <a:srgbClr val="0101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29">
              <a:extLst>
                <a:ext uri="{FF2B5EF4-FFF2-40B4-BE49-F238E27FC236}">
                  <a16:creationId xmlns:a16="http://schemas.microsoft.com/office/drawing/2014/main" id="{A77A74A0-B246-8C56-308D-7F329E9FF01C}"/>
                </a:ext>
              </a:extLst>
            </p:cNvPr>
            <p:cNvSpPr/>
            <p:nvPr/>
          </p:nvSpPr>
          <p:spPr>
            <a:xfrm>
              <a:off x="14109205" y="9317621"/>
              <a:ext cx="831215" cy="121285"/>
            </a:xfrm>
            <a:custGeom>
              <a:avLst/>
              <a:gdLst/>
              <a:ahLst/>
              <a:cxnLst/>
              <a:rect l="l" t="t" r="r" b="b"/>
              <a:pathLst>
                <a:path w="831215" h="121284">
                  <a:moveTo>
                    <a:pt x="21717" y="0"/>
                  </a:moveTo>
                  <a:lnTo>
                    <a:pt x="0" y="0"/>
                  </a:lnTo>
                  <a:lnTo>
                    <a:pt x="0" y="120815"/>
                  </a:lnTo>
                  <a:lnTo>
                    <a:pt x="21717" y="120815"/>
                  </a:lnTo>
                  <a:lnTo>
                    <a:pt x="21717" y="0"/>
                  </a:lnTo>
                  <a:close/>
                </a:path>
                <a:path w="831215" h="121284">
                  <a:moveTo>
                    <a:pt x="580618" y="38"/>
                  </a:moveTo>
                  <a:lnTo>
                    <a:pt x="489356" y="38"/>
                  </a:lnTo>
                  <a:lnTo>
                    <a:pt x="489356" y="19088"/>
                  </a:lnTo>
                  <a:lnTo>
                    <a:pt x="523963" y="19088"/>
                  </a:lnTo>
                  <a:lnTo>
                    <a:pt x="523963" y="120688"/>
                  </a:lnTo>
                  <a:lnTo>
                    <a:pt x="545833" y="120688"/>
                  </a:lnTo>
                  <a:lnTo>
                    <a:pt x="545833" y="19088"/>
                  </a:lnTo>
                  <a:lnTo>
                    <a:pt x="580618" y="19088"/>
                  </a:lnTo>
                  <a:lnTo>
                    <a:pt x="580618" y="38"/>
                  </a:lnTo>
                  <a:close/>
                </a:path>
                <a:path w="831215" h="121284">
                  <a:moveTo>
                    <a:pt x="831126" y="38"/>
                  </a:moveTo>
                  <a:lnTo>
                    <a:pt x="739851" y="38"/>
                  </a:lnTo>
                  <a:lnTo>
                    <a:pt x="739851" y="19088"/>
                  </a:lnTo>
                  <a:lnTo>
                    <a:pt x="774458" y="19088"/>
                  </a:lnTo>
                  <a:lnTo>
                    <a:pt x="774458" y="120688"/>
                  </a:lnTo>
                  <a:lnTo>
                    <a:pt x="796328" y="120688"/>
                  </a:lnTo>
                  <a:lnTo>
                    <a:pt x="796328" y="19088"/>
                  </a:lnTo>
                  <a:lnTo>
                    <a:pt x="831126" y="19088"/>
                  </a:lnTo>
                  <a:lnTo>
                    <a:pt x="831126" y="38"/>
                  </a:lnTo>
                  <a:close/>
                </a:path>
              </a:pathLst>
            </a:custGeom>
            <a:solidFill>
              <a:srgbClr val="5C5C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30">
              <a:extLst>
                <a:ext uri="{FF2B5EF4-FFF2-40B4-BE49-F238E27FC236}">
                  <a16:creationId xmlns:a16="http://schemas.microsoft.com/office/drawing/2014/main" id="{D6AFFFAB-ED31-8346-26BE-9E5CB8F6447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723997" y="9317617"/>
              <a:ext cx="90916" cy="122660"/>
            </a:xfrm>
            <a:prstGeom prst="rect">
              <a:avLst/>
            </a:prstGeom>
          </p:spPr>
        </p:pic>
        <p:pic>
          <p:nvPicPr>
            <p:cNvPr id="15" name="object 31">
              <a:extLst>
                <a:ext uri="{FF2B5EF4-FFF2-40B4-BE49-F238E27FC236}">
                  <a16:creationId xmlns:a16="http://schemas.microsoft.com/office/drawing/2014/main" id="{78B6913F-BA00-90E0-603C-3A86C6CCC14E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74656" y="9317617"/>
              <a:ext cx="71006" cy="120809"/>
            </a:xfrm>
            <a:prstGeom prst="rect">
              <a:avLst/>
            </a:prstGeom>
          </p:spPr>
        </p:pic>
        <p:pic>
          <p:nvPicPr>
            <p:cNvPr id="16" name="object 32">
              <a:extLst>
                <a:ext uri="{FF2B5EF4-FFF2-40B4-BE49-F238E27FC236}">
                  <a16:creationId xmlns:a16="http://schemas.microsoft.com/office/drawing/2014/main" id="{E3D22501-D26D-2CCD-DC2D-FAD7975518CF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178255" y="9317617"/>
              <a:ext cx="92437" cy="120810"/>
            </a:xfrm>
            <a:prstGeom prst="rect">
              <a:avLst/>
            </a:prstGeom>
          </p:spPr>
        </p:pic>
        <p:pic>
          <p:nvPicPr>
            <p:cNvPr id="17" name="object 33">
              <a:extLst>
                <a:ext uri="{FF2B5EF4-FFF2-40B4-BE49-F238E27FC236}">
                  <a16:creationId xmlns:a16="http://schemas.microsoft.com/office/drawing/2014/main" id="{BB6E8BBE-C029-6C4D-339A-39FE5724620A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311690" y="9315764"/>
              <a:ext cx="76489" cy="124345"/>
            </a:xfrm>
            <a:prstGeom prst="rect">
              <a:avLst/>
            </a:prstGeom>
          </p:spPr>
        </p:pic>
        <p:sp>
          <p:nvSpPr>
            <p:cNvPr id="18" name="object 34">
              <a:extLst>
                <a:ext uri="{FF2B5EF4-FFF2-40B4-BE49-F238E27FC236}">
                  <a16:creationId xmlns:a16="http://schemas.microsoft.com/office/drawing/2014/main" id="{DBB75CA0-C7C6-B68D-FB21-57E212177D88}"/>
                </a:ext>
              </a:extLst>
            </p:cNvPr>
            <p:cNvSpPr/>
            <p:nvPr/>
          </p:nvSpPr>
          <p:spPr>
            <a:xfrm>
              <a:off x="14416938" y="9317621"/>
              <a:ext cx="147320" cy="121285"/>
            </a:xfrm>
            <a:custGeom>
              <a:avLst/>
              <a:gdLst/>
              <a:ahLst/>
              <a:cxnLst/>
              <a:rect l="l" t="t" r="r" b="b"/>
              <a:pathLst>
                <a:path w="147319" h="121284">
                  <a:moveTo>
                    <a:pt x="91274" y="38"/>
                  </a:moveTo>
                  <a:lnTo>
                    <a:pt x="0" y="38"/>
                  </a:lnTo>
                  <a:lnTo>
                    <a:pt x="0" y="19088"/>
                  </a:lnTo>
                  <a:lnTo>
                    <a:pt x="34607" y="19088"/>
                  </a:lnTo>
                  <a:lnTo>
                    <a:pt x="34607" y="120688"/>
                  </a:lnTo>
                  <a:lnTo>
                    <a:pt x="56476" y="120688"/>
                  </a:lnTo>
                  <a:lnTo>
                    <a:pt x="56476" y="19088"/>
                  </a:lnTo>
                  <a:lnTo>
                    <a:pt x="91274" y="19088"/>
                  </a:lnTo>
                  <a:lnTo>
                    <a:pt x="91274" y="38"/>
                  </a:lnTo>
                  <a:close/>
                </a:path>
                <a:path w="147319" h="121284">
                  <a:moveTo>
                    <a:pt x="147307" y="0"/>
                  </a:moveTo>
                  <a:lnTo>
                    <a:pt x="125590" y="0"/>
                  </a:lnTo>
                  <a:lnTo>
                    <a:pt x="125590" y="120815"/>
                  </a:lnTo>
                  <a:lnTo>
                    <a:pt x="147307" y="120815"/>
                  </a:lnTo>
                  <a:lnTo>
                    <a:pt x="147307" y="0"/>
                  </a:lnTo>
                  <a:close/>
                </a:path>
              </a:pathLst>
            </a:custGeom>
            <a:solidFill>
              <a:srgbClr val="5C5C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35">
              <a:extLst>
                <a:ext uri="{FF2B5EF4-FFF2-40B4-BE49-F238E27FC236}">
                  <a16:creationId xmlns:a16="http://schemas.microsoft.com/office/drawing/2014/main" id="{B89E0CB6-E828-0EC0-8D74-25A66BC82612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227495" y="8878099"/>
              <a:ext cx="785521" cy="7719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17594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1440"/>
              </a:spcBef>
              <a:defRPr sz="2400" baseline="0">
                <a:solidFill>
                  <a:srgbClr val="000000"/>
                </a:solidFill>
              </a:defRPr>
            </a:lvl1pPr>
            <a:lvl2pPr>
              <a:lnSpc>
                <a:spcPct val="150000"/>
              </a:lnSpc>
              <a:spcBef>
                <a:spcPts val="1440"/>
              </a:spcBef>
              <a:defRPr sz="2400" baseline="0">
                <a:solidFill>
                  <a:srgbClr val="000000"/>
                </a:solidFill>
              </a:defRPr>
            </a:lvl2pPr>
            <a:lvl3pPr>
              <a:lnSpc>
                <a:spcPct val="150000"/>
              </a:lnSpc>
              <a:spcBef>
                <a:spcPts val="1440"/>
              </a:spcBef>
              <a:defRPr sz="2400" baseline="0">
                <a:solidFill>
                  <a:srgbClr val="000000"/>
                </a:solidFill>
              </a:defRPr>
            </a:lvl3pPr>
            <a:lvl4pPr>
              <a:lnSpc>
                <a:spcPct val="150000"/>
              </a:lnSpc>
              <a:spcBef>
                <a:spcPts val="1440"/>
              </a:spcBef>
              <a:defRPr sz="2400" baseline="0">
                <a:solidFill>
                  <a:srgbClr val="000000"/>
                </a:solidFill>
              </a:defRPr>
            </a:lvl4pPr>
            <a:lvl5pPr>
              <a:lnSpc>
                <a:spcPct val="150000"/>
              </a:lnSpc>
              <a:spcBef>
                <a:spcPts val="1440"/>
              </a:spcBef>
              <a:defRPr sz="2400" baseline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" name="object 21">
            <a:extLst>
              <a:ext uri="{FF2B5EF4-FFF2-40B4-BE49-F238E27FC236}">
                <a16:creationId xmlns:a16="http://schemas.microsoft.com/office/drawing/2014/main" id="{4BC9682B-EE8C-0A6B-DB10-943020DA5508}"/>
              </a:ext>
            </a:extLst>
          </p:cNvPr>
          <p:cNvGrpSpPr/>
          <p:nvPr userDrawn="1"/>
        </p:nvGrpSpPr>
        <p:grpSpPr>
          <a:xfrm>
            <a:off x="978496" y="7571184"/>
            <a:ext cx="1797712" cy="476672"/>
            <a:chOff x="12227495" y="8878099"/>
            <a:chExt cx="2912110" cy="772160"/>
          </a:xfrm>
        </p:grpSpPr>
        <p:sp>
          <p:nvSpPr>
            <p:cNvPr id="5" name="object 22">
              <a:extLst>
                <a:ext uri="{FF2B5EF4-FFF2-40B4-BE49-F238E27FC236}">
                  <a16:creationId xmlns:a16="http://schemas.microsoft.com/office/drawing/2014/main" id="{A943D6D5-88D0-076D-0874-4CD7A7E18609}"/>
                </a:ext>
              </a:extLst>
            </p:cNvPr>
            <p:cNvSpPr/>
            <p:nvPr/>
          </p:nvSpPr>
          <p:spPr>
            <a:xfrm>
              <a:off x="13198678" y="9025737"/>
              <a:ext cx="692150" cy="194310"/>
            </a:xfrm>
            <a:custGeom>
              <a:avLst/>
              <a:gdLst/>
              <a:ahLst/>
              <a:cxnLst/>
              <a:rect l="l" t="t" r="r" b="b"/>
              <a:pathLst>
                <a:path w="692150" h="194309">
                  <a:moveTo>
                    <a:pt x="175679" y="97078"/>
                  </a:moveTo>
                  <a:lnTo>
                    <a:pt x="173926" y="77330"/>
                  </a:lnTo>
                  <a:lnTo>
                    <a:pt x="168643" y="59270"/>
                  </a:lnTo>
                  <a:lnTo>
                    <a:pt x="159829" y="42875"/>
                  </a:lnTo>
                  <a:lnTo>
                    <a:pt x="153631" y="35471"/>
                  </a:lnTo>
                  <a:lnTo>
                    <a:pt x="147510" y="28155"/>
                  </a:lnTo>
                  <a:lnTo>
                    <a:pt x="134797" y="17868"/>
                  </a:lnTo>
                  <a:lnTo>
                    <a:pt x="134797" y="97078"/>
                  </a:lnTo>
                  <a:lnTo>
                    <a:pt x="133731" y="109880"/>
                  </a:lnTo>
                  <a:lnTo>
                    <a:pt x="108496" y="148882"/>
                  </a:lnTo>
                  <a:lnTo>
                    <a:pt x="73482" y="158673"/>
                  </a:lnTo>
                  <a:lnTo>
                    <a:pt x="39509" y="158673"/>
                  </a:lnTo>
                  <a:lnTo>
                    <a:pt x="39509" y="35471"/>
                  </a:lnTo>
                  <a:lnTo>
                    <a:pt x="73482" y="35471"/>
                  </a:lnTo>
                  <a:lnTo>
                    <a:pt x="117678" y="52743"/>
                  </a:lnTo>
                  <a:lnTo>
                    <a:pt x="134797" y="97078"/>
                  </a:lnTo>
                  <a:lnTo>
                    <a:pt x="134797" y="17868"/>
                  </a:lnTo>
                  <a:lnTo>
                    <a:pt x="132524" y="16014"/>
                  </a:lnTo>
                  <a:lnTo>
                    <a:pt x="115735" y="7327"/>
                  </a:lnTo>
                  <a:lnTo>
                    <a:pt x="97167" y="2133"/>
                  </a:lnTo>
                  <a:lnTo>
                    <a:pt x="76796" y="393"/>
                  </a:lnTo>
                  <a:lnTo>
                    <a:pt x="0" y="393"/>
                  </a:lnTo>
                  <a:lnTo>
                    <a:pt x="0" y="193751"/>
                  </a:lnTo>
                  <a:lnTo>
                    <a:pt x="76796" y="193751"/>
                  </a:lnTo>
                  <a:lnTo>
                    <a:pt x="115735" y="186804"/>
                  </a:lnTo>
                  <a:lnTo>
                    <a:pt x="153644" y="158673"/>
                  </a:lnTo>
                  <a:lnTo>
                    <a:pt x="173926" y="116814"/>
                  </a:lnTo>
                  <a:lnTo>
                    <a:pt x="175679" y="97078"/>
                  </a:lnTo>
                  <a:close/>
                </a:path>
                <a:path w="692150" h="194309">
                  <a:moveTo>
                    <a:pt x="372071" y="193751"/>
                  </a:moveTo>
                  <a:lnTo>
                    <a:pt x="355041" y="151765"/>
                  </a:lnTo>
                  <a:lnTo>
                    <a:pt x="340804" y="116687"/>
                  </a:lnTo>
                  <a:lnTo>
                    <a:pt x="311442" y="44310"/>
                  </a:lnTo>
                  <a:lnTo>
                    <a:pt x="299427" y="14706"/>
                  </a:lnTo>
                  <a:lnTo>
                    <a:pt x="299427" y="116687"/>
                  </a:lnTo>
                  <a:lnTo>
                    <a:pt x="241973" y="116687"/>
                  </a:lnTo>
                  <a:lnTo>
                    <a:pt x="270700" y="44310"/>
                  </a:lnTo>
                  <a:lnTo>
                    <a:pt x="299427" y="116687"/>
                  </a:lnTo>
                  <a:lnTo>
                    <a:pt x="299427" y="14706"/>
                  </a:lnTo>
                  <a:lnTo>
                    <a:pt x="293624" y="393"/>
                  </a:lnTo>
                  <a:lnTo>
                    <a:pt x="249986" y="393"/>
                  </a:lnTo>
                  <a:lnTo>
                    <a:pt x="171538" y="193751"/>
                  </a:lnTo>
                  <a:lnTo>
                    <a:pt x="211594" y="193751"/>
                  </a:lnTo>
                  <a:lnTo>
                    <a:pt x="228168" y="151765"/>
                  </a:lnTo>
                  <a:lnTo>
                    <a:pt x="313245" y="151765"/>
                  </a:lnTo>
                  <a:lnTo>
                    <a:pt x="329819" y="193751"/>
                  </a:lnTo>
                  <a:lnTo>
                    <a:pt x="372071" y="193751"/>
                  </a:lnTo>
                  <a:close/>
                </a:path>
                <a:path w="692150" h="194309">
                  <a:moveTo>
                    <a:pt x="510743" y="0"/>
                  </a:moveTo>
                  <a:lnTo>
                    <a:pt x="352742" y="0"/>
                  </a:lnTo>
                  <a:lnTo>
                    <a:pt x="352742" y="35560"/>
                  </a:lnTo>
                  <a:lnTo>
                    <a:pt x="411848" y="35560"/>
                  </a:lnTo>
                  <a:lnTo>
                    <a:pt x="411848" y="194310"/>
                  </a:lnTo>
                  <a:lnTo>
                    <a:pt x="451358" y="194310"/>
                  </a:lnTo>
                  <a:lnTo>
                    <a:pt x="451358" y="35560"/>
                  </a:lnTo>
                  <a:lnTo>
                    <a:pt x="510743" y="35560"/>
                  </a:lnTo>
                  <a:lnTo>
                    <a:pt x="510743" y="0"/>
                  </a:lnTo>
                  <a:close/>
                </a:path>
                <a:path w="692150" h="194309">
                  <a:moveTo>
                    <a:pt x="691946" y="193751"/>
                  </a:moveTo>
                  <a:lnTo>
                    <a:pt x="674903" y="151765"/>
                  </a:lnTo>
                  <a:lnTo>
                    <a:pt x="660679" y="116687"/>
                  </a:lnTo>
                  <a:lnTo>
                    <a:pt x="631317" y="44310"/>
                  </a:lnTo>
                  <a:lnTo>
                    <a:pt x="619302" y="14706"/>
                  </a:lnTo>
                  <a:lnTo>
                    <a:pt x="619302" y="116687"/>
                  </a:lnTo>
                  <a:lnTo>
                    <a:pt x="561848" y="116687"/>
                  </a:lnTo>
                  <a:lnTo>
                    <a:pt x="590562" y="44310"/>
                  </a:lnTo>
                  <a:lnTo>
                    <a:pt x="619302" y="116687"/>
                  </a:lnTo>
                  <a:lnTo>
                    <a:pt x="619302" y="14706"/>
                  </a:lnTo>
                  <a:lnTo>
                    <a:pt x="613498" y="393"/>
                  </a:lnTo>
                  <a:lnTo>
                    <a:pt x="569849" y="393"/>
                  </a:lnTo>
                  <a:lnTo>
                    <a:pt x="491401" y="193751"/>
                  </a:lnTo>
                  <a:lnTo>
                    <a:pt x="531456" y="193751"/>
                  </a:lnTo>
                  <a:lnTo>
                    <a:pt x="548030" y="151765"/>
                  </a:lnTo>
                  <a:lnTo>
                    <a:pt x="633107" y="151765"/>
                  </a:lnTo>
                  <a:lnTo>
                    <a:pt x="649681" y="193751"/>
                  </a:lnTo>
                  <a:lnTo>
                    <a:pt x="691946" y="193751"/>
                  </a:lnTo>
                  <a:close/>
                </a:path>
              </a:pathLst>
            </a:custGeom>
            <a:solidFill>
              <a:srgbClr val="0101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23">
              <a:extLst>
                <a:ext uri="{FF2B5EF4-FFF2-40B4-BE49-F238E27FC236}">
                  <a16:creationId xmlns:a16="http://schemas.microsoft.com/office/drawing/2014/main" id="{A9EDD700-DEED-5201-87EA-835E59395EF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86471" y="9023364"/>
              <a:ext cx="149987" cy="198877"/>
            </a:xfrm>
            <a:prstGeom prst="rect">
              <a:avLst/>
            </a:prstGeom>
          </p:spPr>
        </p:pic>
        <p:pic>
          <p:nvPicPr>
            <p:cNvPr id="7" name="object 24">
              <a:extLst>
                <a:ext uri="{FF2B5EF4-FFF2-40B4-BE49-F238E27FC236}">
                  <a16:creationId xmlns:a16="http://schemas.microsoft.com/office/drawing/2014/main" id="{DC2C07FD-7385-8FCC-AC30-9A2C0F211AC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56340" y="9023364"/>
              <a:ext cx="191973" cy="198877"/>
            </a:xfrm>
            <a:prstGeom prst="rect">
              <a:avLst/>
            </a:prstGeom>
          </p:spPr>
        </p:pic>
        <p:sp>
          <p:nvSpPr>
            <p:cNvPr id="8" name="object 25">
              <a:extLst>
                <a:ext uri="{FF2B5EF4-FFF2-40B4-BE49-F238E27FC236}">
                  <a16:creationId xmlns:a16="http://schemas.microsoft.com/office/drawing/2014/main" id="{BB13DB71-AC6B-1173-2307-A87ABD0CD772}"/>
                </a:ext>
              </a:extLst>
            </p:cNvPr>
            <p:cNvSpPr/>
            <p:nvPr/>
          </p:nvSpPr>
          <p:spPr>
            <a:xfrm>
              <a:off x="14372616" y="9025737"/>
              <a:ext cx="198120" cy="194310"/>
            </a:xfrm>
            <a:custGeom>
              <a:avLst/>
              <a:gdLst/>
              <a:ahLst/>
              <a:cxnLst/>
              <a:rect l="l" t="t" r="r" b="b"/>
              <a:pathLst>
                <a:path w="198119" h="194309">
                  <a:moveTo>
                    <a:pt x="39497" y="393"/>
                  </a:moveTo>
                  <a:lnTo>
                    <a:pt x="0" y="393"/>
                  </a:lnTo>
                  <a:lnTo>
                    <a:pt x="0" y="193751"/>
                  </a:lnTo>
                  <a:lnTo>
                    <a:pt x="39497" y="193751"/>
                  </a:lnTo>
                  <a:lnTo>
                    <a:pt x="39497" y="393"/>
                  </a:lnTo>
                  <a:close/>
                </a:path>
                <a:path w="198119" h="194309">
                  <a:moveTo>
                    <a:pt x="198043" y="0"/>
                  </a:moveTo>
                  <a:lnTo>
                    <a:pt x="69329" y="0"/>
                  </a:lnTo>
                  <a:lnTo>
                    <a:pt x="69329" y="35560"/>
                  </a:lnTo>
                  <a:lnTo>
                    <a:pt x="69329" y="80010"/>
                  </a:lnTo>
                  <a:lnTo>
                    <a:pt x="69329" y="114300"/>
                  </a:lnTo>
                  <a:lnTo>
                    <a:pt x="69329" y="158750"/>
                  </a:lnTo>
                  <a:lnTo>
                    <a:pt x="69329" y="194310"/>
                  </a:lnTo>
                  <a:lnTo>
                    <a:pt x="198043" y="194310"/>
                  </a:lnTo>
                  <a:lnTo>
                    <a:pt x="198043" y="158750"/>
                  </a:lnTo>
                  <a:lnTo>
                    <a:pt x="108826" y="158750"/>
                  </a:lnTo>
                  <a:lnTo>
                    <a:pt x="108826" y="114300"/>
                  </a:lnTo>
                  <a:lnTo>
                    <a:pt x="195287" y="114300"/>
                  </a:lnTo>
                  <a:lnTo>
                    <a:pt x="195287" y="80010"/>
                  </a:lnTo>
                  <a:lnTo>
                    <a:pt x="108826" y="80010"/>
                  </a:lnTo>
                  <a:lnTo>
                    <a:pt x="108826" y="35560"/>
                  </a:lnTo>
                  <a:lnTo>
                    <a:pt x="198043" y="35560"/>
                  </a:lnTo>
                  <a:lnTo>
                    <a:pt x="198043" y="0"/>
                  </a:lnTo>
                  <a:close/>
                </a:path>
              </a:pathLst>
            </a:custGeom>
            <a:solidFill>
              <a:srgbClr val="0101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26">
              <a:extLst>
                <a:ext uri="{FF2B5EF4-FFF2-40B4-BE49-F238E27FC236}">
                  <a16:creationId xmlns:a16="http://schemas.microsoft.com/office/drawing/2014/main" id="{3FCF51D8-DB8D-E164-B85B-33D1BAAB2AD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597189" y="9026124"/>
              <a:ext cx="172911" cy="193358"/>
            </a:xfrm>
            <a:prstGeom prst="rect">
              <a:avLst/>
            </a:prstGeom>
          </p:spPr>
        </p:pic>
        <p:pic>
          <p:nvPicPr>
            <p:cNvPr id="10" name="object 27">
              <a:extLst>
                <a:ext uri="{FF2B5EF4-FFF2-40B4-BE49-F238E27FC236}">
                  <a16:creationId xmlns:a16="http://schemas.microsoft.com/office/drawing/2014/main" id="{BC874754-53B9-72FC-76BE-1FA9E9410BC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794407" y="9023364"/>
              <a:ext cx="191969" cy="198877"/>
            </a:xfrm>
            <a:prstGeom prst="rect">
              <a:avLst/>
            </a:prstGeom>
          </p:spPr>
        </p:pic>
        <p:sp>
          <p:nvSpPr>
            <p:cNvPr id="11" name="object 28">
              <a:extLst>
                <a:ext uri="{FF2B5EF4-FFF2-40B4-BE49-F238E27FC236}">
                  <a16:creationId xmlns:a16="http://schemas.microsoft.com/office/drawing/2014/main" id="{F9428EDC-22C2-8A56-359D-7C3EEC868C76}"/>
                </a:ext>
              </a:extLst>
            </p:cNvPr>
            <p:cNvSpPr/>
            <p:nvPr/>
          </p:nvSpPr>
          <p:spPr>
            <a:xfrm>
              <a:off x="15010676" y="9025737"/>
              <a:ext cx="128905" cy="194310"/>
            </a:xfrm>
            <a:custGeom>
              <a:avLst/>
              <a:gdLst/>
              <a:ahLst/>
              <a:cxnLst/>
              <a:rect l="l" t="t" r="r" b="b"/>
              <a:pathLst>
                <a:path w="128905" h="194309">
                  <a:moveTo>
                    <a:pt x="128727" y="0"/>
                  </a:moveTo>
                  <a:lnTo>
                    <a:pt x="0" y="0"/>
                  </a:lnTo>
                  <a:lnTo>
                    <a:pt x="0" y="35560"/>
                  </a:lnTo>
                  <a:lnTo>
                    <a:pt x="0" y="80010"/>
                  </a:lnTo>
                  <a:lnTo>
                    <a:pt x="0" y="114300"/>
                  </a:lnTo>
                  <a:lnTo>
                    <a:pt x="0" y="158750"/>
                  </a:lnTo>
                  <a:lnTo>
                    <a:pt x="0" y="194310"/>
                  </a:lnTo>
                  <a:lnTo>
                    <a:pt x="128727" y="194310"/>
                  </a:lnTo>
                  <a:lnTo>
                    <a:pt x="128727" y="158750"/>
                  </a:lnTo>
                  <a:lnTo>
                    <a:pt x="39497" y="158750"/>
                  </a:lnTo>
                  <a:lnTo>
                    <a:pt x="39497" y="114300"/>
                  </a:lnTo>
                  <a:lnTo>
                    <a:pt x="125958" y="114300"/>
                  </a:lnTo>
                  <a:lnTo>
                    <a:pt x="125958" y="80010"/>
                  </a:lnTo>
                  <a:lnTo>
                    <a:pt x="39497" y="80010"/>
                  </a:lnTo>
                  <a:lnTo>
                    <a:pt x="39497" y="35560"/>
                  </a:lnTo>
                  <a:lnTo>
                    <a:pt x="128727" y="35560"/>
                  </a:lnTo>
                  <a:lnTo>
                    <a:pt x="128727" y="0"/>
                  </a:lnTo>
                  <a:close/>
                </a:path>
              </a:pathLst>
            </a:custGeom>
            <a:solidFill>
              <a:srgbClr val="0101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29">
              <a:extLst>
                <a:ext uri="{FF2B5EF4-FFF2-40B4-BE49-F238E27FC236}">
                  <a16:creationId xmlns:a16="http://schemas.microsoft.com/office/drawing/2014/main" id="{3BD0C2D3-D928-C739-8294-D1B767407C0C}"/>
                </a:ext>
              </a:extLst>
            </p:cNvPr>
            <p:cNvSpPr/>
            <p:nvPr/>
          </p:nvSpPr>
          <p:spPr>
            <a:xfrm>
              <a:off x="14109205" y="9317621"/>
              <a:ext cx="831215" cy="121285"/>
            </a:xfrm>
            <a:custGeom>
              <a:avLst/>
              <a:gdLst/>
              <a:ahLst/>
              <a:cxnLst/>
              <a:rect l="l" t="t" r="r" b="b"/>
              <a:pathLst>
                <a:path w="831215" h="121284">
                  <a:moveTo>
                    <a:pt x="21717" y="0"/>
                  </a:moveTo>
                  <a:lnTo>
                    <a:pt x="0" y="0"/>
                  </a:lnTo>
                  <a:lnTo>
                    <a:pt x="0" y="120815"/>
                  </a:lnTo>
                  <a:lnTo>
                    <a:pt x="21717" y="120815"/>
                  </a:lnTo>
                  <a:lnTo>
                    <a:pt x="21717" y="0"/>
                  </a:lnTo>
                  <a:close/>
                </a:path>
                <a:path w="831215" h="121284">
                  <a:moveTo>
                    <a:pt x="580618" y="38"/>
                  </a:moveTo>
                  <a:lnTo>
                    <a:pt x="489356" y="38"/>
                  </a:lnTo>
                  <a:lnTo>
                    <a:pt x="489356" y="19088"/>
                  </a:lnTo>
                  <a:lnTo>
                    <a:pt x="523963" y="19088"/>
                  </a:lnTo>
                  <a:lnTo>
                    <a:pt x="523963" y="120688"/>
                  </a:lnTo>
                  <a:lnTo>
                    <a:pt x="545833" y="120688"/>
                  </a:lnTo>
                  <a:lnTo>
                    <a:pt x="545833" y="19088"/>
                  </a:lnTo>
                  <a:lnTo>
                    <a:pt x="580618" y="19088"/>
                  </a:lnTo>
                  <a:lnTo>
                    <a:pt x="580618" y="38"/>
                  </a:lnTo>
                  <a:close/>
                </a:path>
                <a:path w="831215" h="121284">
                  <a:moveTo>
                    <a:pt x="831126" y="38"/>
                  </a:moveTo>
                  <a:lnTo>
                    <a:pt x="739851" y="38"/>
                  </a:lnTo>
                  <a:lnTo>
                    <a:pt x="739851" y="19088"/>
                  </a:lnTo>
                  <a:lnTo>
                    <a:pt x="774458" y="19088"/>
                  </a:lnTo>
                  <a:lnTo>
                    <a:pt x="774458" y="120688"/>
                  </a:lnTo>
                  <a:lnTo>
                    <a:pt x="796328" y="120688"/>
                  </a:lnTo>
                  <a:lnTo>
                    <a:pt x="796328" y="19088"/>
                  </a:lnTo>
                  <a:lnTo>
                    <a:pt x="831126" y="19088"/>
                  </a:lnTo>
                  <a:lnTo>
                    <a:pt x="831126" y="38"/>
                  </a:lnTo>
                  <a:close/>
                </a:path>
              </a:pathLst>
            </a:custGeom>
            <a:solidFill>
              <a:srgbClr val="5C5C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30">
              <a:extLst>
                <a:ext uri="{FF2B5EF4-FFF2-40B4-BE49-F238E27FC236}">
                  <a16:creationId xmlns:a16="http://schemas.microsoft.com/office/drawing/2014/main" id="{344F8742-268E-BFB9-3EBE-90E94B23A0F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723997" y="9317617"/>
              <a:ext cx="90916" cy="122660"/>
            </a:xfrm>
            <a:prstGeom prst="rect">
              <a:avLst/>
            </a:prstGeom>
          </p:spPr>
        </p:pic>
        <p:pic>
          <p:nvPicPr>
            <p:cNvPr id="14" name="object 31">
              <a:extLst>
                <a:ext uri="{FF2B5EF4-FFF2-40B4-BE49-F238E27FC236}">
                  <a16:creationId xmlns:a16="http://schemas.microsoft.com/office/drawing/2014/main" id="{531CD0C4-B4FF-F381-4882-CFE27228DB69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74656" y="9317617"/>
              <a:ext cx="71006" cy="120809"/>
            </a:xfrm>
            <a:prstGeom prst="rect">
              <a:avLst/>
            </a:prstGeom>
          </p:spPr>
        </p:pic>
        <p:pic>
          <p:nvPicPr>
            <p:cNvPr id="15" name="object 32">
              <a:extLst>
                <a:ext uri="{FF2B5EF4-FFF2-40B4-BE49-F238E27FC236}">
                  <a16:creationId xmlns:a16="http://schemas.microsoft.com/office/drawing/2014/main" id="{61BA7343-5C68-2F76-06F9-90F1C21E4730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178255" y="9317617"/>
              <a:ext cx="92437" cy="120810"/>
            </a:xfrm>
            <a:prstGeom prst="rect">
              <a:avLst/>
            </a:prstGeom>
          </p:spPr>
        </p:pic>
        <p:pic>
          <p:nvPicPr>
            <p:cNvPr id="16" name="object 33">
              <a:extLst>
                <a:ext uri="{FF2B5EF4-FFF2-40B4-BE49-F238E27FC236}">
                  <a16:creationId xmlns:a16="http://schemas.microsoft.com/office/drawing/2014/main" id="{3FDC8CBB-5236-5C3C-27EF-F4360FA87185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311690" y="9315764"/>
              <a:ext cx="76489" cy="124345"/>
            </a:xfrm>
            <a:prstGeom prst="rect">
              <a:avLst/>
            </a:prstGeom>
          </p:spPr>
        </p:pic>
        <p:sp>
          <p:nvSpPr>
            <p:cNvPr id="17" name="object 34">
              <a:extLst>
                <a:ext uri="{FF2B5EF4-FFF2-40B4-BE49-F238E27FC236}">
                  <a16:creationId xmlns:a16="http://schemas.microsoft.com/office/drawing/2014/main" id="{91E1690B-8DD8-E286-2070-497E07101186}"/>
                </a:ext>
              </a:extLst>
            </p:cNvPr>
            <p:cNvSpPr/>
            <p:nvPr/>
          </p:nvSpPr>
          <p:spPr>
            <a:xfrm>
              <a:off x="14416938" y="9317621"/>
              <a:ext cx="147320" cy="121285"/>
            </a:xfrm>
            <a:custGeom>
              <a:avLst/>
              <a:gdLst/>
              <a:ahLst/>
              <a:cxnLst/>
              <a:rect l="l" t="t" r="r" b="b"/>
              <a:pathLst>
                <a:path w="147319" h="121284">
                  <a:moveTo>
                    <a:pt x="91274" y="38"/>
                  </a:moveTo>
                  <a:lnTo>
                    <a:pt x="0" y="38"/>
                  </a:lnTo>
                  <a:lnTo>
                    <a:pt x="0" y="19088"/>
                  </a:lnTo>
                  <a:lnTo>
                    <a:pt x="34607" y="19088"/>
                  </a:lnTo>
                  <a:lnTo>
                    <a:pt x="34607" y="120688"/>
                  </a:lnTo>
                  <a:lnTo>
                    <a:pt x="56476" y="120688"/>
                  </a:lnTo>
                  <a:lnTo>
                    <a:pt x="56476" y="19088"/>
                  </a:lnTo>
                  <a:lnTo>
                    <a:pt x="91274" y="19088"/>
                  </a:lnTo>
                  <a:lnTo>
                    <a:pt x="91274" y="38"/>
                  </a:lnTo>
                  <a:close/>
                </a:path>
                <a:path w="147319" h="121284">
                  <a:moveTo>
                    <a:pt x="147307" y="0"/>
                  </a:moveTo>
                  <a:lnTo>
                    <a:pt x="125590" y="0"/>
                  </a:lnTo>
                  <a:lnTo>
                    <a:pt x="125590" y="120815"/>
                  </a:lnTo>
                  <a:lnTo>
                    <a:pt x="147307" y="120815"/>
                  </a:lnTo>
                  <a:lnTo>
                    <a:pt x="147307" y="0"/>
                  </a:lnTo>
                  <a:close/>
                </a:path>
              </a:pathLst>
            </a:custGeom>
            <a:solidFill>
              <a:srgbClr val="5C5C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35">
              <a:extLst>
                <a:ext uri="{FF2B5EF4-FFF2-40B4-BE49-F238E27FC236}">
                  <a16:creationId xmlns:a16="http://schemas.microsoft.com/office/drawing/2014/main" id="{40A7BE89-8473-D9FB-4944-9128084E92A2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227495" y="8878099"/>
              <a:ext cx="785521" cy="7719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12122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42904"/>
            <a:ext cx="12435840" cy="5553076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1440"/>
              </a:spcBef>
              <a:defRPr sz="2400"/>
            </a:lvl1pPr>
            <a:lvl2pPr>
              <a:lnSpc>
                <a:spcPct val="150000"/>
              </a:lnSpc>
              <a:spcBef>
                <a:spcPts val="1440"/>
              </a:spcBef>
              <a:defRPr sz="2160"/>
            </a:lvl2pPr>
            <a:lvl3pPr>
              <a:lnSpc>
                <a:spcPct val="150000"/>
              </a:lnSpc>
              <a:spcBef>
                <a:spcPts val="1440"/>
              </a:spcBef>
              <a:defRPr sz="2160"/>
            </a:lvl3pPr>
            <a:lvl4pPr>
              <a:lnSpc>
                <a:spcPct val="150000"/>
              </a:lnSpc>
              <a:spcBef>
                <a:spcPts val="1440"/>
              </a:spcBef>
              <a:defRPr sz="2160"/>
            </a:lvl4pPr>
            <a:lvl5pPr>
              <a:lnSpc>
                <a:spcPct val="150000"/>
              </a:lnSpc>
              <a:spcBef>
                <a:spcPts val="1440"/>
              </a:spcBef>
              <a:defRPr sz="216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9564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 spcCol="274320">
            <a:normAutofit/>
          </a:bodyPr>
          <a:lstStyle>
            <a:lvl1pPr marL="0" indent="0">
              <a:spcBef>
                <a:spcPts val="1440"/>
              </a:spcBef>
              <a:buNone/>
              <a:defRPr sz="1920"/>
            </a:lvl1pPr>
            <a:lvl2pPr marL="274313" indent="-274313">
              <a:spcBef>
                <a:spcPts val="1440"/>
              </a:spcBef>
              <a:buFont typeface="Arial" panose="020B0604020202020204" pitchFamily="34" charset="0"/>
              <a:buChar char="•"/>
              <a:defRPr sz="1920"/>
            </a:lvl2pPr>
            <a:lvl3pPr marL="571487" indent="-297173">
              <a:spcBef>
                <a:spcPts val="1440"/>
              </a:spcBef>
              <a:buFont typeface="Open Sans Light" panose="020B0306030504020204" pitchFamily="34" charset="0"/>
              <a:buChar char="–"/>
              <a:defRPr sz="1920"/>
            </a:lvl3pPr>
            <a:lvl4pPr marL="822940" indent="-274313">
              <a:spcBef>
                <a:spcPts val="1440"/>
              </a:spcBef>
              <a:buFont typeface="Arial" panose="020B0604020202020204" pitchFamily="34" charset="0"/>
              <a:buChar char="•"/>
              <a:defRPr sz="1920"/>
            </a:lvl4pPr>
            <a:lvl5pPr marL="1097252" indent="-274313">
              <a:spcBef>
                <a:spcPts val="1440"/>
              </a:spcBef>
              <a:buFont typeface="Open Sans Light" panose="020B0306030504020204" pitchFamily="34" charset="0"/>
              <a:buChar char="–"/>
              <a:defRPr sz="192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2663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42904"/>
            <a:ext cx="12435840" cy="5553076"/>
          </a:xfrm>
        </p:spPr>
        <p:txBody>
          <a:bodyPr numCol="2" spcCol="274320">
            <a:normAutofit/>
          </a:bodyPr>
          <a:lstStyle>
            <a:lvl1pPr marL="0" indent="0">
              <a:spcBef>
                <a:spcPts val="1440"/>
              </a:spcBef>
              <a:buNone/>
              <a:defRPr sz="1920"/>
            </a:lvl1pPr>
            <a:lvl2pPr marL="274313" indent="-274313">
              <a:spcBef>
                <a:spcPts val="1440"/>
              </a:spcBef>
              <a:buFont typeface="Arial" panose="020B0604020202020204" pitchFamily="34" charset="0"/>
              <a:buChar char="•"/>
              <a:defRPr sz="1920"/>
            </a:lvl2pPr>
            <a:lvl3pPr marL="548627" indent="-274313">
              <a:spcBef>
                <a:spcPts val="1440"/>
              </a:spcBef>
              <a:buFont typeface="Open Sans Light" panose="020B0306030504020204" pitchFamily="34" charset="0"/>
              <a:buChar char="–"/>
              <a:defRPr sz="1920"/>
            </a:lvl3pPr>
            <a:lvl4pPr marL="822940" indent="-274313">
              <a:spcBef>
                <a:spcPts val="1440"/>
              </a:spcBef>
              <a:buFont typeface="Arial" panose="020B0604020202020204" pitchFamily="34" charset="0"/>
              <a:buChar char="•"/>
              <a:defRPr sz="1920"/>
            </a:lvl4pPr>
            <a:lvl5pPr marL="1097252" indent="-274313">
              <a:spcBef>
                <a:spcPts val="1440"/>
              </a:spcBef>
              <a:buFont typeface="Open Sans Light" panose="020B0306030504020204" pitchFamily="34" charset="0"/>
              <a:buChar char="–"/>
              <a:defRPr sz="192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900642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B0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742904"/>
            <a:ext cx="4662542" cy="5431156"/>
          </a:xfrm>
        </p:spPr>
        <p:txBody>
          <a:bodyPr>
            <a:normAutofit/>
          </a:bodyPr>
          <a:lstStyle>
            <a:lvl1pPr marL="0" indent="0">
              <a:buNone/>
              <a:defRPr sz="2160" b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74313" indent="0">
              <a:buNone/>
              <a:defRPr sz="216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551167" indent="0">
              <a:buNone/>
              <a:defRPr sz="216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25480" indent="0">
              <a:buNone/>
              <a:defRPr sz="216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099794" indent="0">
              <a:buNone/>
              <a:defRPr sz="216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>
              <a:defRPr sz="2880"/>
            </a:lvl6pPr>
            <a:lvl7pPr>
              <a:defRPr sz="2880"/>
            </a:lvl7pPr>
            <a:lvl8pPr>
              <a:defRPr sz="2880"/>
            </a:lvl8pPr>
            <a:lvl9pPr>
              <a:defRPr sz="288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3154" y="1742904"/>
            <a:ext cx="6649966" cy="5431156"/>
          </a:xfrm>
        </p:spPr>
        <p:txBody>
          <a:bodyPr>
            <a:normAutofit/>
          </a:bodyPr>
          <a:lstStyle>
            <a:lvl1pPr marL="0" indent="0">
              <a:buNone/>
              <a:defRPr sz="216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74313" indent="0">
              <a:buNone/>
              <a:defRPr sz="216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551167" indent="0">
              <a:buNone/>
              <a:defRPr sz="216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25480" indent="0">
              <a:buNone/>
              <a:defRPr sz="216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099794" indent="0">
              <a:buNone/>
              <a:defRPr sz="216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>
              <a:defRPr sz="2880"/>
            </a:lvl6pPr>
            <a:lvl7pPr>
              <a:defRPr sz="2880"/>
            </a:lvl7pPr>
            <a:lvl8pPr>
              <a:defRPr sz="2880"/>
            </a:lvl8pPr>
            <a:lvl9pPr>
              <a:defRPr sz="288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98B80F8-F000-F1C3-B551-7AD55A801B17}"/>
              </a:ext>
            </a:extLst>
          </p:cNvPr>
          <p:cNvCxnSpPr>
            <a:cxnSpLocks/>
          </p:cNvCxnSpPr>
          <p:nvPr userDrawn="1"/>
        </p:nvCxnSpPr>
        <p:spPr>
          <a:xfrm>
            <a:off x="6191875" y="1709723"/>
            <a:ext cx="0" cy="5464337"/>
          </a:xfrm>
          <a:prstGeom prst="line">
            <a:avLst/>
          </a:prstGeom>
          <a:ln w="158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7929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2305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591754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ight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675888" cy="41257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658819" y="0"/>
            <a:ext cx="3675888" cy="41257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317638" y="0"/>
            <a:ext cx="3675888" cy="41257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0976458" y="0"/>
            <a:ext cx="3675888" cy="41257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0" y="4103827"/>
            <a:ext cx="3675888" cy="41257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3658819" y="4103827"/>
            <a:ext cx="3675888" cy="41257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7317638" y="4103827"/>
            <a:ext cx="3675888" cy="41257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10976458" y="4103827"/>
            <a:ext cx="3675888" cy="41257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609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fteen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929738" cy="27541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925165" y="0"/>
            <a:ext cx="2929738" cy="27541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5850331" y="0"/>
            <a:ext cx="2929738" cy="27541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775497" y="0"/>
            <a:ext cx="2929738" cy="27541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11700662" y="0"/>
            <a:ext cx="2929738" cy="27541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0" y="2737714"/>
            <a:ext cx="2929738" cy="27541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2925165" y="2737714"/>
            <a:ext cx="2929738" cy="27541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5850331" y="2737714"/>
            <a:ext cx="2929738" cy="27541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8775497" y="2737714"/>
            <a:ext cx="2929738" cy="27541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11700662" y="2737714"/>
            <a:ext cx="2929738" cy="27541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0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0" y="5475427"/>
            <a:ext cx="2929738" cy="27541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1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2925165" y="5475427"/>
            <a:ext cx="2929738" cy="27541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5850331" y="5475427"/>
            <a:ext cx="2929738" cy="27541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8775497" y="5475427"/>
            <a:ext cx="2929738" cy="27541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11700662" y="5475427"/>
            <a:ext cx="2929738" cy="27541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4840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4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434499" y="0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868998" y="0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7303496" y="0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12172493" y="0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5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9737995" y="0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8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0" y="2051914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2434499" y="2051914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0" name="Picture Placeholder 3"/>
          <p:cNvSpPr>
            <a:spLocks noGrp="1"/>
          </p:cNvSpPr>
          <p:nvPr>
            <p:ph type="pic" sz="quarter" idx="28"/>
          </p:nvPr>
        </p:nvSpPr>
        <p:spPr>
          <a:xfrm>
            <a:off x="4868998" y="2051914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7303496" y="2051914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2" name="Picture Placeholder 3"/>
          <p:cNvSpPr>
            <a:spLocks noGrp="1"/>
          </p:cNvSpPr>
          <p:nvPr>
            <p:ph type="pic" sz="quarter" idx="30"/>
          </p:nvPr>
        </p:nvSpPr>
        <p:spPr>
          <a:xfrm>
            <a:off x="12172493" y="2051914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9737995" y="2051914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4" name="Picture Placeholder 3"/>
          <p:cNvSpPr>
            <a:spLocks noGrp="1"/>
          </p:cNvSpPr>
          <p:nvPr>
            <p:ph type="pic" sz="quarter" idx="32"/>
          </p:nvPr>
        </p:nvSpPr>
        <p:spPr>
          <a:xfrm>
            <a:off x="0" y="4103827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2434499" y="4103827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6" name="Picture Placeholder 3"/>
          <p:cNvSpPr>
            <a:spLocks noGrp="1"/>
          </p:cNvSpPr>
          <p:nvPr>
            <p:ph type="pic" sz="quarter" idx="34"/>
          </p:nvPr>
        </p:nvSpPr>
        <p:spPr>
          <a:xfrm>
            <a:off x="4868998" y="4103827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7303496" y="4103827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8" name="Picture Placeholder 3"/>
          <p:cNvSpPr>
            <a:spLocks noGrp="1"/>
          </p:cNvSpPr>
          <p:nvPr>
            <p:ph type="pic" sz="quarter" idx="36"/>
          </p:nvPr>
        </p:nvSpPr>
        <p:spPr>
          <a:xfrm>
            <a:off x="12172493" y="4103827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9737995" y="4103827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40" name="Picture Placeholder 3"/>
          <p:cNvSpPr>
            <a:spLocks noGrp="1"/>
          </p:cNvSpPr>
          <p:nvPr>
            <p:ph type="pic" sz="quarter" idx="38"/>
          </p:nvPr>
        </p:nvSpPr>
        <p:spPr>
          <a:xfrm>
            <a:off x="0" y="6155741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9"/>
          </p:nvPr>
        </p:nvSpPr>
        <p:spPr>
          <a:xfrm>
            <a:off x="2434499" y="6155741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42" name="Picture Placeholder 3"/>
          <p:cNvSpPr>
            <a:spLocks noGrp="1"/>
          </p:cNvSpPr>
          <p:nvPr>
            <p:ph type="pic" sz="quarter" idx="40"/>
          </p:nvPr>
        </p:nvSpPr>
        <p:spPr>
          <a:xfrm>
            <a:off x="4868998" y="6155741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41"/>
          </p:nvPr>
        </p:nvSpPr>
        <p:spPr>
          <a:xfrm>
            <a:off x="7303496" y="6155741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44" name="Picture Placeholder 3"/>
          <p:cNvSpPr>
            <a:spLocks noGrp="1"/>
          </p:cNvSpPr>
          <p:nvPr>
            <p:ph type="pic" sz="quarter" idx="42"/>
          </p:nvPr>
        </p:nvSpPr>
        <p:spPr>
          <a:xfrm>
            <a:off x="12172493" y="6155741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43"/>
          </p:nvPr>
        </p:nvSpPr>
        <p:spPr>
          <a:xfrm>
            <a:off x="9737995" y="6155741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117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400"/>
            <a:ext cx="2926080" cy="4088926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267200" y="1676400"/>
            <a:ext cx="2926080" cy="4088926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437120" y="1676400"/>
            <a:ext cx="2926080" cy="4088926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0607040" y="1676400"/>
            <a:ext cx="2926080" cy="4088926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1097280" y="5976679"/>
            <a:ext cx="2926080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4267200" y="5976679"/>
            <a:ext cx="2926080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7437120" y="5976679"/>
            <a:ext cx="2926080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10607040" y="5976679"/>
            <a:ext cx="2926080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848899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399"/>
            <a:ext cx="3994099" cy="4088927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318151" y="1676399"/>
            <a:ext cx="3994099" cy="4088927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539021" y="1676399"/>
            <a:ext cx="3994099" cy="4088927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1097280" y="5976679"/>
            <a:ext cx="3994099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5318151" y="5976679"/>
            <a:ext cx="3994099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539021" y="5976679"/>
            <a:ext cx="3994099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0245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399"/>
            <a:ext cx="3994099" cy="4088927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318151" y="1676399"/>
            <a:ext cx="3994099" cy="4088927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539021" y="1676399"/>
            <a:ext cx="3994099" cy="4088927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1097280" y="5976679"/>
            <a:ext cx="3994099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5318151" y="5976679"/>
            <a:ext cx="3994099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539021" y="5976679"/>
            <a:ext cx="3994099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2348692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1" y="1676399"/>
            <a:ext cx="6102707" cy="4088927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7430414" y="1676399"/>
            <a:ext cx="6102707" cy="4088927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1097281" y="5976679"/>
            <a:ext cx="6102707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7430414" y="5976679"/>
            <a:ext cx="6102707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07589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1" y="1676399"/>
            <a:ext cx="6102707" cy="4088927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7430414" y="1676399"/>
            <a:ext cx="6102707" cy="4088927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1097281" y="5976679"/>
            <a:ext cx="6102707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7430414" y="5976679"/>
            <a:ext cx="6102707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6067278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401"/>
            <a:ext cx="2926080" cy="1771398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680"/>
            </a:lvl1pPr>
          </a:lstStyle>
          <a:p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267200" y="1676401"/>
            <a:ext cx="2926080" cy="1771398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68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437120" y="1676401"/>
            <a:ext cx="2926080" cy="1771398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68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0607040" y="1676401"/>
            <a:ext cx="2926080" cy="1771398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68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1097280" y="3666337"/>
            <a:ext cx="2929738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4265981" y="3666337"/>
            <a:ext cx="2929738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7434681" y="3666337"/>
            <a:ext cx="2929738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10603382" y="3666337"/>
            <a:ext cx="2929738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90971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all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401"/>
            <a:ext cx="2926080" cy="1771398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680"/>
            </a:lvl1pPr>
          </a:lstStyle>
          <a:p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267200" y="1676401"/>
            <a:ext cx="2926080" cy="1771398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68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437120" y="1676401"/>
            <a:ext cx="2926080" cy="1771398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68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0607040" y="1676401"/>
            <a:ext cx="2926080" cy="1771398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68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1097280" y="3666337"/>
            <a:ext cx="2929738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4265981" y="3666337"/>
            <a:ext cx="2929738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7434681" y="3666337"/>
            <a:ext cx="2929738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10603382" y="3666337"/>
            <a:ext cx="2929738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22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648967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T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400"/>
            <a:ext cx="3994099" cy="1766621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318151" y="1676400"/>
            <a:ext cx="3994099" cy="1766621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539021" y="1676400"/>
            <a:ext cx="3994099" cy="1766621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1097280" y="3666337"/>
            <a:ext cx="3994099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5318151" y="3666337"/>
            <a:ext cx="3994099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9539021" y="3666337"/>
            <a:ext cx="3994099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75573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Tall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400"/>
            <a:ext cx="3994099" cy="1766621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318151" y="1676400"/>
            <a:ext cx="3994099" cy="1766621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539021" y="1676400"/>
            <a:ext cx="3994099" cy="1766621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1097280" y="3666337"/>
            <a:ext cx="3994099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5318151" y="3666337"/>
            <a:ext cx="3994099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9539021" y="3666337"/>
            <a:ext cx="3994099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8362607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1" y="1676400"/>
            <a:ext cx="6102707" cy="1766621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7430414" y="1676400"/>
            <a:ext cx="6102707" cy="1766621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1097280" y="3666337"/>
            <a:ext cx="6100877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7432243" y="3666337"/>
            <a:ext cx="6100877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06414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all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1" y="1676400"/>
            <a:ext cx="6102707" cy="1766621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7430414" y="1676400"/>
            <a:ext cx="6102707" cy="1766621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1097280" y="3666337"/>
            <a:ext cx="6100877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7432243" y="3666337"/>
            <a:ext cx="6100877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3869852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Gri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6061" y="1676401"/>
            <a:ext cx="2926080" cy="177139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265981" y="1676401"/>
            <a:ext cx="2926080" cy="177139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435901" y="1676401"/>
            <a:ext cx="2926080" cy="177139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0605821" y="1676401"/>
            <a:ext cx="2926080" cy="177139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1096061" y="5660409"/>
            <a:ext cx="2929738" cy="1591926"/>
          </a:xfrm>
        </p:spPr>
        <p:txBody>
          <a:bodyPr/>
          <a:lstStyle>
            <a:lvl1pPr marL="0" indent="0">
              <a:buNone/>
              <a:defRPr sz="168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4264761" y="5660409"/>
            <a:ext cx="2929738" cy="1591926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7433462" y="5660409"/>
            <a:ext cx="2929738" cy="1591926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10602163" y="5660409"/>
            <a:ext cx="2929738" cy="1591926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1096061" y="3668405"/>
            <a:ext cx="2926080" cy="177139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4265981" y="3668405"/>
            <a:ext cx="2926080" cy="177139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7435901" y="3668405"/>
            <a:ext cx="2926080" cy="177139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10605821" y="3668405"/>
            <a:ext cx="2926080" cy="177139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4932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6061" y="1676401"/>
            <a:ext cx="2926080" cy="177139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265981" y="1676401"/>
            <a:ext cx="2926080" cy="177139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435901" y="1676401"/>
            <a:ext cx="2926080" cy="177139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0605821" y="1676401"/>
            <a:ext cx="2926080" cy="177139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1096061" y="5660409"/>
            <a:ext cx="2929738" cy="1591926"/>
          </a:xfrm>
        </p:spPr>
        <p:txBody>
          <a:bodyPr/>
          <a:lstStyle>
            <a:lvl1pPr marL="0" indent="0">
              <a:buNone/>
              <a:defRPr sz="168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4264761" y="5660409"/>
            <a:ext cx="2929738" cy="1591926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7433462" y="5660409"/>
            <a:ext cx="2929738" cy="1591926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10602163" y="5660409"/>
            <a:ext cx="2929738" cy="1591926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1096061" y="3668405"/>
            <a:ext cx="2926080" cy="177139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4265981" y="3668405"/>
            <a:ext cx="2926080" cy="177139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7435901" y="3668405"/>
            <a:ext cx="2926080" cy="177139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10605821" y="3668405"/>
            <a:ext cx="2926080" cy="177139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6310634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Gri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400"/>
            <a:ext cx="3994099" cy="176662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318151" y="1676400"/>
            <a:ext cx="3994099" cy="176662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539021" y="1676400"/>
            <a:ext cx="3994099" cy="176662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1097280" y="5665188"/>
            <a:ext cx="3994099" cy="16442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5318151" y="5665188"/>
            <a:ext cx="3994099" cy="16442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9539021" y="5665188"/>
            <a:ext cx="3994099" cy="16442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1097280" y="3673182"/>
            <a:ext cx="3994099" cy="176662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5318151" y="3673182"/>
            <a:ext cx="3994099" cy="176662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9539021" y="3673182"/>
            <a:ext cx="3994099" cy="176662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1069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400"/>
            <a:ext cx="3994099" cy="176662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318151" y="1676400"/>
            <a:ext cx="3994099" cy="176662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539021" y="1676400"/>
            <a:ext cx="3994099" cy="176662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1097280" y="5665188"/>
            <a:ext cx="3994099" cy="16442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5318151" y="5665188"/>
            <a:ext cx="3994099" cy="16442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9539021" y="5665188"/>
            <a:ext cx="3994099" cy="16442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1097280" y="3673182"/>
            <a:ext cx="3994099" cy="176662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5318151" y="3673182"/>
            <a:ext cx="3994099" cy="176662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9539021" y="3673182"/>
            <a:ext cx="3994099" cy="176662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7132010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Gri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9111" y="1676400"/>
            <a:ext cx="6102707" cy="176662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7432244" y="1676400"/>
            <a:ext cx="6102707" cy="176662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1097280" y="5645287"/>
            <a:ext cx="6100877" cy="160704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7432243" y="5645287"/>
            <a:ext cx="6100877" cy="160704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1099111" y="3673182"/>
            <a:ext cx="6102707" cy="176662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7432244" y="3673182"/>
            <a:ext cx="6102707" cy="176662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1398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9111" y="1676400"/>
            <a:ext cx="6102707" cy="176662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7432244" y="1676400"/>
            <a:ext cx="6102707" cy="176662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1097280" y="5645287"/>
            <a:ext cx="6100877" cy="160704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7432243" y="5645287"/>
            <a:ext cx="6100877" cy="160704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1099111" y="3673182"/>
            <a:ext cx="6102707" cy="176662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7432244" y="3673182"/>
            <a:ext cx="6102707" cy="176662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0923844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399"/>
            <a:ext cx="2926080" cy="511933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267200" y="1676399"/>
            <a:ext cx="2926080" cy="511933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437120" y="1676399"/>
            <a:ext cx="2926080" cy="511933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0607040" y="1676399"/>
            <a:ext cx="2926080" cy="511933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1097280" y="5104947"/>
            <a:ext cx="2929738" cy="1690784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4265981" y="5104947"/>
            <a:ext cx="2929738" cy="1690784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7434681" y="5104947"/>
            <a:ext cx="2929738" cy="1690784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10603382" y="5104947"/>
            <a:ext cx="2929738" cy="1690784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84719878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399"/>
            <a:ext cx="2926080" cy="511933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267200" y="1676399"/>
            <a:ext cx="2926080" cy="511933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437120" y="1676399"/>
            <a:ext cx="2926080" cy="511933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0607040" y="1676399"/>
            <a:ext cx="2926080" cy="511933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1097280" y="5104947"/>
            <a:ext cx="2929738" cy="1690784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4265981" y="5104947"/>
            <a:ext cx="2929738" cy="1690784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7434681" y="5104947"/>
            <a:ext cx="2929738" cy="1690784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10603382" y="5104947"/>
            <a:ext cx="2929738" cy="1690784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7836208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399"/>
            <a:ext cx="3994099" cy="511933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318151" y="1676399"/>
            <a:ext cx="3994099" cy="511933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539021" y="1676399"/>
            <a:ext cx="3994099" cy="511933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1097280" y="5104947"/>
            <a:ext cx="3994099" cy="1690784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5318151" y="5104947"/>
            <a:ext cx="3994099" cy="1690784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9539021" y="5104947"/>
            <a:ext cx="3994099" cy="1690784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6861941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399"/>
            <a:ext cx="3994099" cy="511933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318151" y="1676399"/>
            <a:ext cx="3994099" cy="511933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539021" y="1676399"/>
            <a:ext cx="3994099" cy="511933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1097280" y="5104947"/>
            <a:ext cx="3994099" cy="1690784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5318151" y="5104947"/>
            <a:ext cx="3994099" cy="1690784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9539021" y="5104947"/>
            <a:ext cx="3994099" cy="1690784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20407625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1" y="1676399"/>
            <a:ext cx="6102707" cy="511933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7430414" y="1676399"/>
            <a:ext cx="6102707" cy="511933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1097280" y="5658945"/>
            <a:ext cx="6100877" cy="1136786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7432243" y="5658945"/>
            <a:ext cx="6100877" cy="1136786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9979089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1" y="1676399"/>
            <a:ext cx="6102707" cy="511933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7430414" y="1676399"/>
            <a:ext cx="6102707" cy="5119331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1097280" y="5658945"/>
            <a:ext cx="6100877" cy="1136786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7432243" y="5658945"/>
            <a:ext cx="6100877" cy="1136786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8840244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a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400"/>
            <a:ext cx="2926080" cy="3172882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267200" y="1676400"/>
            <a:ext cx="2926080" cy="3172882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437120" y="1676400"/>
            <a:ext cx="2926080" cy="3172882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0607040" y="1676400"/>
            <a:ext cx="2926080" cy="3172882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1097280" y="3158498"/>
            <a:ext cx="2929738" cy="1690784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4265981" y="3158498"/>
            <a:ext cx="2929738" cy="1690784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7434681" y="3158498"/>
            <a:ext cx="2929738" cy="1690784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10603382" y="3158498"/>
            <a:ext cx="2929738" cy="1690784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18"/>
          </p:nvPr>
        </p:nvSpPr>
        <p:spPr>
          <a:xfrm>
            <a:off x="1097280" y="5054766"/>
            <a:ext cx="2929738" cy="2056270"/>
          </a:xfrm>
        </p:spPr>
        <p:txBody>
          <a:bodyPr/>
          <a:lstStyle>
            <a:lvl1pPr marL="0" indent="0">
              <a:buNone/>
              <a:defRPr sz="168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4"/>
          </p:nvPr>
        </p:nvSpPr>
        <p:spPr>
          <a:xfrm>
            <a:off x="4265981" y="5054766"/>
            <a:ext cx="2929738" cy="2056270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Content Placeholder 13"/>
          <p:cNvSpPr>
            <a:spLocks noGrp="1"/>
          </p:cNvSpPr>
          <p:nvPr>
            <p:ph sz="quarter" idx="25"/>
          </p:nvPr>
        </p:nvSpPr>
        <p:spPr>
          <a:xfrm>
            <a:off x="7434681" y="5054766"/>
            <a:ext cx="2929738" cy="2056270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13"/>
          <p:cNvSpPr>
            <a:spLocks noGrp="1"/>
          </p:cNvSpPr>
          <p:nvPr>
            <p:ph sz="quarter" idx="26"/>
          </p:nvPr>
        </p:nvSpPr>
        <p:spPr>
          <a:xfrm>
            <a:off x="10603382" y="5054766"/>
            <a:ext cx="2929738" cy="2056270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19465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400"/>
            <a:ext cx="2926080" cy="3172882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267200" y="1676400"/>
            <a:ext cx="2926080" cy="3172882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437120" y="1676400"/>
            <a:ext cx="2926080" cy="3172882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0607040" y="1676400"/>
            <a:ext cx="2926080" cy="3172882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1097280" y="3158498"/>
            <a:ext cx="2929738" cy="1690784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4265981" y="3158498"/>
            <a:ext cx="2929738" cy="1690784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7434681" y="3158498"/>
            <a:ext cx="2929738" cy="1690784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10603382" y="3158498"/>
            <a:ext cx="2929738" cy="1690784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18"/>
          </p:nvPr>
        </p:nvSpPr>
        <p:spPr>
          <a:xfrm>
            <a:off x="1097280" y="5054766"/>
            <a:ext cx="2929738" cy="2056270"/>
          </a:xfrm>
        </p:spPr>
        <p:txBody>
          <a:bodyPr/>
          <a:lstStyle>
            <a:lvl1pPr marL="0" indent="0">
              <a:buNone/>
              <a:defRPr sz="168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4"/>
          </p:nvPr>
        </p:nvSpPr>
        <p:spPr>
          <a:xfrm>
            <a:off x="4265981" y="5054766"/>
            <a:ext cx="2929738" cy="2056270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Content Placeholder 13"/>
          <p:cNvSpPr>
            <a:spLocks noGrp="1"/>
          </p:cNvSpPr>
          <p:nvPr>
            <p:ph sz="quarter" idx="25"/>
          </p:nvPr>
        </p:nvSpPr>
        <p:spPr>
          <a:xfrm>
            <a:off x="7434681" y="5054766"/>
            <a:ext cx="2929738" cy="2056270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13"/>
          <p:cNvSpPr>
            <a:spLocks noGrp="1"/>
          </p:cNvSpPr>
          <p:nvPr>
            <p:ph sz="quarter" idx="26"/>
          </p:nvPr>
        </p:nvSpPr>
        <p:spPr>
          <a:xfrm>
            <a:off x="10603382" y="5054766"/>
            <a:ext cx="2929738" cy="2056270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27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47966909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400"/>
            <a:ext cx="3994099" cy="3172882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318151" y="1676400"/>
            <a:ext cx="3994099" cy="3172882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539021" y="1676400"/>
            <a:ext cx="3994099" cy="3172882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1097280" y="3158498"/>
            <a:ext cx="3994099" cy="1690784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5318151" y="3158498"/>
            <a:ext cx="3994099" cy="1690784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9539021" y="3158498"/>
            <a:ext cx="3994099" cy="1690784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8"/>
          </p:nvPr>
        </p:nvSpPr>
        <p:spPr>
          <a:xfrm>
            <a:off x="1097280" y="5054766"/>
            <a:ext cx="3994099" cy="2100830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5318151" y="5054766"/>
            <a:ext cx="3994099" cy="2100830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13"/>
          <p:cNvSpPr>
            <a:spLocks noGrp="1"/>
          </p:cNvSpPr>
          <p:nvPr>
            <p:ph sz="quarter" idx="20"/>
          </p:nvPr>
        </p:nvSpPr>
        <p:spPr>
          <a:xfrm>
            <a:off x="9539021" y="5054766"/>
            <a:ext cx="3994099" cy="2100830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66215813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400"/>
            <a:ext cx="3994099" cy="3172882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318151" y="1676400"/>
            <a:ext cx="3994099" cy="3172882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539021" y="1676400"/>
            <a:ext cx="3994099" cy="3172882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1097280" y="3158498"/>
            <a:ext cx="3994099" cy="1690784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5318151" y="3158498"/>
            <a:ext cx="3994099" cy="1690784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9539021" y="3158498"/>
            <a:ext cx="3994099" cy="1690784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8"/>
          </p:nvPr>
        </p:nvSpPr>
        <p:spPr>
          <a:xfrm>
            <a:off x="1097280" y="5054766"/>
            <a:ext cx="3994099" cy="2100830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5318151" y="5054766"/>
            <a:ext cx="3994099" cy="2100830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13"/>
          <p:cNvSpPr>
            <a:spLocks noGrp="1"/>
          </p:cNvSpPr>
          <p:nvPr>
            <p:ph sz="quarter" idx="20"/>
          </p:nvPr>
        </p:nvSpPr>
        <p:spPr>
          <a:xfrm>
            <a:off x="9539021" y="5054766"/>
            <a:ext cx="3994099" cy="2100830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465536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a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1" y="1676400"/>
            <a:ext cx="6102707" cy="3172882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7430414" y="1676400"/>
            <a:ext cx="6102707" cy="3172882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1097280" y="3712496"/>
            <a:ext cx="6100877" cy="1136786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7432243" y="3712496"/>
            <a:ext cx="6100877" cy="1136786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1097280" y="5054766"/>
            <a:ext cx="6100877" cy="2043679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7432243" y="5054766"/>
            <a:ext cx="6100877" cy="2043679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551650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1" y="1676400"/>
            <a:ext cx="6102707" cy="3172882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7430414" y="1676400"/>
            <a:ext cx="6102707" cy="3172882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1097280" y="3712496"/>
            <a:ext cx="6100877" cy="1136786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7432243" y="3712496"/>
            <a:ext cx="6100877" cy="1136786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1097280" y="5054766"/>
            <a:ext cx="6100877" cy="2043679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7432243" y="5054766"/>
            <a:ext cx="6100877" cy="2043679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1428127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90464" y="1967748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965499" y="1967747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180452" y="1967748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455487" y="1967747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7670440" y="1967748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8945474" y="1967747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11160427" y="1967748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2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12435462" y="1967747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90464" y="3784258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965499" y="3784256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180452" y="3784258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5455487" y="3784256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7670440" y="3784258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8945474" y="3784256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11160427" y="3784258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40" name="Content Placeholder 13"/>
          <p:cNvSpPr>
            <a:spLocks noGrp="1"/>
          </p:cNvSpPr>
          <p:nvPr>
            <p:ph sz="quarter" idx="32" hasCustomPrompt="1"/>
          </p:nvPr>
        </p:nvSpPr>
        <p:spPr>
          <a:xfrm>
            <a:off x="12435462" y="3784256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690464" y="5600766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965499" y="5600765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4180452" y="5600766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5455487" y="5600765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7670440" y="5600766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8945474" y="5600765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7" name="Picture Placeholder 3"/>
          <p:cNvSpPr>
            <a:spLocks noGrp="1"/>
          </p:cNvSpPr>
          <p:nvPr>
            <p:ph type="pic" sz="quarter" idx="39"/>
          </p:nvPr>
        </p:nvSpPr>
        <p:spPr>
          <a:xfrm>
            <a:off x="11160427" y="5600766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48" name="Content Placeholder 13"/>
          <p:cNvSpPr>
            <a:spLocks noGrp="1"/>
          </p:cNvSpPr>
          <p:nvPr>
            <p:ph sz="quarter" idx="40" hasCustomPrompt="1"/>
          </p:nvPr>
        </p:nvSpPr>
        <p:spPr>
          <a:xfrm>
            <a:off x="12435462" y="5600765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3064904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90464" y="1967748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965499" y="1967747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180452" y="1967748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455487" y="1967747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7670440" y="1967748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8945474" y="1967747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11160427" y="1967748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2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12435462" y="1967747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90464" y="3784258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965499" y="3784256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180452" y="3784258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5455487" y="3784256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7670440" y="3784258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8945474" y="3784256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11160427" y="3784258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40" name="Content Placeholder 13"/>
          <p:cNvSpPr>
            <a:spLocks noGrp="1"/>
          </p:cNvSpPr>
          <p:nvPr>
            <p:ph sz="quarter" idx="32" hasCustomPrompt="1"/>
          </p:nvPr>
        </p:nvSpPr>
        <p:spPr>
          <a:xfrm>
            <a:off x="12435462" y="3784256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690464" y="5600766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965499" y="5600765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4180452" y="5600766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5455487" y="5600765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7670440" y="5600766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8945474" y="5600765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7" name="Picture Placeholder 3"/>
          <p:cNvSpPr>
            <a:spLocks noGrp="1"/>
          </p:cNvSpPr>
          <p:nvPr>
            <p:ph type="pic" sz="quarter" idx="39"/>
          </p:nvPr>
        </p:nvSpPr>
        <p:spPr>
          <a:xfrm>
            <a:off x="11160427" y="5600766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48" name="Content Placeholder 13"/>
          <p:cNvSpPr>
            <a:spLocks noGrp="1"/>
          </p:cNvSpPr>
          <p:nvPr>
            <p:ph sz="quarter" idx="40" hasCustomPrompt="1"/>
          </p:nvPr>
        </p:nvSpPr>
        <p:spPr>
          <a:xfrm>
            <a:off x="12435462" y="5600765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13808962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90464" y="1967748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965499" y="1967747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5232390" y="1967748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6511959" y="1967747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9774314" y="1967747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11058419" y="1967747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90464" y="3784258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965499" y="3784256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5232390" y="3784258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6511959" y="3784256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9774314" y="3784256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11058419" y="3784256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690464" y="5600766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965499" y="5600765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5232390" y="5600766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6511959" y="5600765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9774314" y="5600765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11058419" y="5600765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3995786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Tea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90464" y="1967748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965499" y="1967747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5232390" y="1967748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6511959" y="1967747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9774314" y="1967747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11058419" y="1967747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90464" y="3784258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965499" y="3784256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5232390" y="3784258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6511959" y="3784256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9774314" y="3784256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11058419" y="3784256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690464" y="5600766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965499" y="5600765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5232390" y="5600766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6511959" y="5600765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9774314" y="5600765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11058419" y="5600765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3419808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90464" y="1967748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965499" y="1967746"/>
            <a:ext cx="2777290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5232390" y="1967748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6511959" y="1967746"/>
            <a:ext cx="2777290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9774314" y="1967747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11058419" y="1967746"/>
            <a:ext cx="2777290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90464" y="4663892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965499" y="4663891"/>
            <a:ext cx="2777290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5232390" y="4663892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6511959" y="4663891"/>
            <a:ext cx="2777290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9774314" y="4663891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11058419" y="4663891"/>
            <a:ext cx="2777290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30326587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Tea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90464" y="1967748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965499" y="1967746"/>
            <a:ext cx="2777290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5232390" y="1967748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6511959" y="1967746"/>
            <a:ext cx="2777290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9774314" y="1967747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11058419" y="1967746"/>
            <a:ext cx="2777290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90464" y="4663892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965499" y="4663891"/>
            <a:ext cx="2777290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5232390" y="4663892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6511959" y="4663891"/>
            <a:ext cx="2777290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9774314" y="4663891"/>
            <a:ext cx="1097280" cy="109728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11058419" y="4663891"/>
            <a:ext cx="2777290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432992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90464" y="1967748"/>
            <a:ext cx="1840985" cy="1840985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2754449" y="1967746"/>
            <a:ext cx="4270414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7535764" y="1967748"/>
            <a:ext cx="1840985" cy="1840985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9604283" y="1967746"/>
            <a:ext cx="4270414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90464" y="4663892"/>
            <a:ext cx="1840985" cy="1840985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2754449" y="4663891"/>
            <a:ext cx="4270414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7535764" y="4663892"/>
            <a:ext cx="1840985" cy="1840985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9604283" y="4663891"/>
            <a:ext cx="4270414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17825308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90464" y="1967748"/>
            <a:ext cx="1840985" cy="1840985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2754449" y="1967746"/>
            <a:ext cx="4270414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7535764" y="1967748"/>
            <a:ext cx="1840985" cy="1840985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9604283" y="1967746"/>
            <a:ext cx="4270414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90464" y="4663892"/>
            <a:ext cx="1840985" cy="1840985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2754449" y="4663891"/>
            <a:ext cx="4270414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7535764" y="4663892"/>
            <a:ext cx="1840985" cy="1840985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9604283" y="4663891"/>
            <a:ext cx="4270414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9439107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877070" y="1967748"/>
            <a:ext cx="1679112" cy="16791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690465" y="3908391"/>
            <a:ext cx="4052324" cy="2883863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680" i="1"/>
            </a:lvl2pPr>
            <a:lvl3pPr marL="0" indent="0" algn="ctr">
              <a:buNone/>
              <a:defRPr sz="168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418996" y="1967748"/>
            <a:ext cx="1679112" cy="16791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232391" y="3908391"/>
            <a:ext cx="4052324" cy="2883863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680" i="1"/>
            </a:lvl2pPr>
            <a:lvl3pPr marL="0" indent="0" algn="ctr">
              <a:buNone/>
              <a:defRPr sz="168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10960920" y="1967747"/>
            <a:ext cx="1679112" cy="16791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9774315" y="3908391"/>
            <a:ext cx="4052324" cy="2883863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680" i="1"/>
            </a:lvl2pPr>
            <a:lvl3pPr marL="0" indent="0" algn="ctr">
              <a:buNone/>
              <a:defRPr sz="168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62807749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a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877070" y="1967748"/>
            <a:ext cx="1679112" cy="16791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690465" y="3908391"/>
            <a:ext cx="4052324" cy="2883863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680" i="1"/>
            </a:lvl2pPr>
            <a:lvl3pPr marL="0" indent="0" algn="ctr">
              <a:buNone/>
              <a:defRPr sz="168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418996" y="1967748"/>
            <a:ext cx="1679112" cy="16791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232391" y="3908391"/>
            <a:ext cx="4052324" cy="2883863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680" i="1"/>
            </a:lvl2pPr>
            <a:lvl3pPr marL="0" indent="0" algn="ctr">
              <a:buNone/>
              <a:defRPr sz="168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10960920" y="1967747"/>
            <a:ext cx="1679112" cy="16791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9774315" y="3908391"/>
            <a:ext cx="4052324" cy="2883863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680" i="1"/>
            </a:lvl2pPr>
            <a:lvl3pPr marL="0" indent="0" algn="ctr">
              <a:buNone/>
              <a:defRPr sz="168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9626356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Sub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465922" y="1967748"/>
            <a:ext cx="1679112" cy="16791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863105" y="3908391"/>
            <a:ext cx="2884747" cy="2883863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680" i="1"/>
            </a:lvl2pPr>
            <a:lvl3pPr marL="0" indent="0" algn="ctr">
              <a:buNone/>
              <a:defRPr sz="168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830557" y="1967748"/>
            <a:ext cx="1679112" cy="16791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227739" y="3908391"/>
            <a:ext cx="2884747" cy="2883863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680" i="1"/>
            </a:lvl2pPr>
            <a:lvl3pPr marL="0" indent="0" algn="ctr">
              <a:buNone/>
              <a:defRPr sz="168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195191" y="1967748"/>
            <a:ext cx="1679112" cy="16791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7592374" y="3908391"/>
            <a:ext cx="2884747" cy="2883863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680" i="1"/>
            </a:lvl2pPr>
            <a:lvl3pPr marL="0" indent="0" algn="ctr">
              <a:buNone/>
              <a:defRPr sz="168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42"/>
          </p:nvPr>
        </p:nvSpPr>
        <p:spPr>
          <a:xfrm>
            <a:off x="11559827" y="1967747"/>
            <a:ext cx="1679112" cy="16791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tx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43" hasCustomPrompt="1"/>
          </p:nvPr>
        </p:nvSpPr>
        <p:spPr>
          <a:xfrm>
            <a:off x="10957009" y="3908391"/>
            <a:ext cx="2884747" cy="2883863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680" i="1"/>
            </a:lvl2pPr>
            <a:lvl3pPr marL="0" indent="0" algn="ctr">
              <a:buNone/>
              <a:defRPr sz="168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37608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465922" y="1967748"/>
            <a:ext cx="1679112" cy="16791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863105" y="3908391"/>
            <a:ext cx="2884747" cy="2883863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680" i="1"/>
            </a:lvl2pPr>
            <a:lvl3pPr marL="0" indent="0" algn="ctr">
              <a:buNone/>
              <a:defRPr sz="168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830557" y="1967748"/>
            <a:ext cx="1679112" cy="16791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227739" y="3908391"/>
            <a:ext cx="2884747" cy="2883863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680" i="1"/>
            </a:lvl2pPr>
            <a:lvl3pPr marL="0" indent="0" algn="ctr">
              <a:buNone/>
              <a:defRPr sz="168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195191" y="1967748"/>
            <a:ext cx="1679112" cy="16791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7592374" y="3908391"/>
            <a:ext cx="2884747" cy="2883863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680" i="1"/>
            </a:lvl2pPr>
            <a:lvl3pPr marL="0" indent="0" algn="ctr">
              <a:buNone/>
              <a:defRPr sz="168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42"/>
          </p:nvPr>
        </p:nvSpPr>
        <p:spPr>
          <a:xfrm>
            <a:off x="11559827" y="1967747"/>
            <a:ext cx="1679112" cy="16791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tx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endParaRPr lang="en-US" dirty="0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43" hasCustomPrompt="1"/>
          </p:nvPr>
        </p:nvSpPr>
        <p:spPr>
          <a:xfrm>
            <a:off x="10957009" y="3908391"/>
            <a:ext cx="2884747" cy="2883863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680" i="1"/>
            </a:lvl2pPr>
            <a:lvl3pPr marL="0" indent="0" algn="ctr">
              <a:buNone/>
              <a:defRPr sz="168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4552547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878624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923698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176155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440"/>
              </a:spcBef>
              <a:defRPr/>
            </a:lvl1pPr>
            <a:lvl2pPr>
              <a:spcBef>
                <a:spcPts val="1440"/>
              </a:spcBef>
              <a:defRPr/>
            </a:lvl2pPr>
            <a:lvl3pPr>
              <a:spcBef>
                <a:spcPts val="1440"/>
              </a:spcBef>
              <a:defRPr/>
            </a:lvl3pPr>
            <a:lvl4pPr>
              <a:spcBef>
                <a:spcPts val="1440"/>
              </a:spcBef>
              <a:defRPr/>
            </a:lvl4pPr>
            <a:lvl5pPr>
              <a:spcBef>
                <a:spcPts val="144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99690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42904"/>
            <a:ext cx="12435840" cy="5553076"/>
          </a:xfrm>
        </p:spPr>
        <p:txBody>
          <a:bodyPr/>
          <a:lstStyle>
            <a:lvl1pPr>
              <a:spcBef>
                <a:spcPts val="1440"/>
              </a:spcBef>
              <a:defRPr/>
            </a:lvl1pPr>
            <a:lvl2pPr>
              <a:spcBef>
                <a:spcPts val="1440"/>
              </a:spcBef>
              <a:defRPr/>
            </a:lvl2pPr>
            <a:lvl3pPr>
              <a:spcBef>
                <a:spcPts val="1440"/>
              </a:spcBef>
              <a:defRPr/>
            </a:lvl3pPr>
            <a:lvl4pPr>
              <a:spcBef>
                <a:spcPts val="1440"/>
              </a:spcBef>
              <a:defRPr/>
            </a:lvl4pPr>
            <a:lvl5pPr>
              <a:spcBef>
                <a:spcPts val="144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7766238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text 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 spcCol="274320">
            <a:normAutofit/>
          </a:bodyPr>
          <a:lstStyle>
            <a:lvl1pPr marL="0" indent="0">
              <a:spcBef>
                <a:spcPts val="1440"/>
              </a:spcBef>
              <a:buNone/>
              <a:defRPr sz="1920"/>
            </a:lvl1pPr>
            <a:lvl2pPr marL="274313" indent="-274313">
              <a:spcBef>
                <a:spcPts val="1440"/>
              </a:spcBef>
              <a:buFont typeface="Arial" panose="020B0604020202020204" pitchFamily="34" charset="0"/>
              <a:buChar char="•"/>
              <a:defRPr sz="1920"/>
            </a:lvl2pPr>
            <a:lvl3pPr marL="571487" indent="-297173">
              <a:spcBef>
                <a:spcPts val="1440"/>
              </a:spcBef>
              <a:buFont typeface="Open Sans Light" panose="020B0306030504020204" pitchFamily="34" charset="0"/>
              <a:buChar char="–"/>
              <a:defRPr sz="1920"/>
            </a:lvl3pPr>
            <a:lvl4pPr marL="822940" indent="-274313">
              <a:spcBef>
                <a:spcPts val="1440"/>
              </a:spcBef>
              <a:buFont typeface="Arial" panose="020B0604020202020204" pitchFamily="34" charset="0"/>
              <a:buChar char="•"/>
              <a:defRPr sz="1920"/>
            </a:lvl4pPr>
            <a:lvl5pPr marL="1097252" indent="-274313">
              <a:spcBef>
                <a:spcPts val="1440"/>
              </a:spcBef>
              <a:buFont typeface="Open Sans Light" panose="020B0306030504020204" pitchFamily="34" charset="0"/>
              <a:buChar char="–"/>
              <a:defRPr sz="192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88611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tex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42904"/>
            <a:ext cx="12435840" cy="5553076"/>
          </a:xfrm>
        </p:spPr>
        <p:txBody>
          <a:bodyPr numCol="2" spcCol="274320">
            <a:normAutofit/>
          </a:bodyPr>
          <a:lstStyle>
            <a:lvl1pPr marL="0" indent="0">
              <a:spcBef>
                <a:spcPts val="1440"/>
              </a:spcBef>
              <a:buNone/>
              <a:defRPr sz="1920"/>
            </a:lvl1pPr>
            <a:lvl2pPr marL="274313" indent="-274313">
              <a:spcBef>
                <a:spcPts val="1440"/>
              </a:spcBef>
              <a:buFont typeface="Arial" panose="020B0604020202020204" pitchFamily="34" charset="0"/>
              <a:buChar char="•"/>
              <a:defRPr sz="1920"/>
            </a:lvl2pPr>
            <a:lvl3pPr marL="548627" indent="-274313">
              <a:spcBef>
                <a:spcPts val="1440"/>
              </a:spcBef>
              <a:buFont typeface="Open Sans Light" panose="020B0306030504020204" pitchFamily="34" charset="0"/>
              <a:buChar char="–"/>
              <a:defRPr sz="1920"/>
            </a:lvl3pPr>
            <a:lvl4pPr marL="822940" indent="-274313">
              <a:spcBef>
                <a:spcPts val="1440"/>
              </a:spcBef>
              <a:buFont typeface="Arial" panose="020B0604020202020204" pitchFamily="34" charset="0"/>
              <a:buChar char="•"/>
              <a:defRPr sz="1920"/>
            </a:lvl4pPr>
            <a:lvl5pPr marL="1097252" indent="-274313">
              <a:spcBef>
                <a:spcPts val="1440"/>
              </a:spcBef>
              <a:buFont typeface="Open Sans Light" panose="020B0306030504020204" pitchFamily="34" charset="0"/>
              <a:buChar char="–"/>
              <a:defRPr sz="192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42093602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742904"/>
            <a:ext cx="6096000" cy="543115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1920"/>
            </a:lvl2pPr>
            <a:lvl3pPr>
              <a:defRPr sz="1920"/>
            </a:lvl3pPr>
            <a:lvl4pPr>
              <a:defRPr sz="1920"/>
            </a:lvl4pPr>
            <a:lvl5pPr>
              <a:defRPr sz="1920"/>
            </a:lvl5pPr>
            <a:lvl6pPr>
              <a:defRPr sz="2880"/>
            </a:lvl6pPr>
            <a:lvl7pPr>
              <a:defRPr sz="2880"/>
            </a:lvl7pPr>
            <a:lvl8pPr>
              <a:defRPr sz="2880"/>
            </a:lvl8pPr>
            <a:lvl9pPr>
              <a:defRPr sz="288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7120" y="1742904"/>
            <a:ext cx="6096000" cy="543115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1920"/>
            </a:lvl2pPr>
            <a:lvl3pPr>
              <a:defRPr sz="1920"/>
            </a:lvl3pPr>
            <a:lvl4pPr>
              <a:defRPr sz="1920"/>
            </a:lvl4pPr>
            <a:lvl5pPr>
              <a:defRPr sz="1920"/>
            </a:lvl5pPr>
            <a:lvl6pPr>
              <a:defRPr sz="2880"/>
            </a:lvl6pPr>
            <a:lvl7pPr>
              <a:defRPr sz="2880"/>
            </a:lvl7pPr>
            <a:lvl8pPr>
              <a:defRPr sz="2880"/>
            </a:lvl8pPr>
            <a:lvl9pPr>
              <a:defRPr sz="288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2967032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1" y="1629128"/>
            <a:ext cx="6098540" cy="494944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731502" indent="0">
              <a:buNone/>
              <a:defRPr sz="3200" b="1"/>
            </a:lvl2pPr>
            <a:lvl3pPr marL="1463004" indent="0">
              <a:buNone/>
              <a:defRPr sz="2880" b="1"/>
            </a:lvl3pPr>
            <a:lvl4pPr marL="2194505" indent="0">
              <a:buNone/>
              <a:defRPr sz="2560" b="1"/>
            </a:lvl4pPr>
            <a:lvl5pPr marL="2926007" indent="0">
              <a:buNone/>
              <a:defRPr sz="2560" b="1"/>
            </a:lvl5pPr>
            <a:lvl6pPr marL="3657509" indent="0">
              <a:buNone/>
              <a:defRPr sz="2560" b="1"/>
            </a:lvl6pPr>
            <a:lvl7pPr marL="4389011" indent="0">
              <a:buNone/>
              <a:defRPr sz="2560" b="1"/>
            </a:lvl7pPr>
            <a:lvl8pPr marL="5120512" indent="0">
              <a:buNone/>
              <a:defRPr sz="2560" b="1"/>
            </a:lvl8pPr>
            <a:lvl9pPr marL="5852014" indent="0">
              <a:buNone/>
              <a:defRPr sz="256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1" y="2164045"/>
            <a:ext cx="6098540" cy="524259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1920"/>
            </a:lvl2pPr>
            <a:lvl3pPr>
              <a:defRPr sz="1920"/>
            </a:lvl3pPr>
            <a:lvl4pPr>
              <a:defRPr sz="1920"/>
            </a:lvl4pPr>
            <a:lvl5pPr>
              <a:defRPr sz="1920"/>
            </a:lvl5pPr>
            <a:lvl6pPr>
              <a:defRPr sz="2560"/>
            </a:lvl6pPr>
            <a:lvl7pPr>
              <a:defRPr sz="2560"/>
            </a:lvl7pPr>
            <a:lvl8pPr>
              <a:defRPr sz="2560"/>
            </a:lvl8pPr>
            <a:lvl9pPr>
              <a:defRPr sz="256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32043" y="1629128"/>
            <a:ext cx="6101078" cy="494944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731502" indent="0">
              <a:buNone/>
              <a:defRPr sz="3200" b="1"/>
            </a:lvl2pPr>
            <a:lvl3pPr marL="1463004" indent="0">
              <a:buNone/>
              <a:defRPr sz="2880" b="1"/>
            </a:lvl3pPr>
            <a:lvl4pPr marL="2194505" indent="0">
              <a:buNone/>
              <a:defRPr sz="2560" b="1"/>
            </a:lvl4pPr>
            <a:lvl5pPr marL="2926007" indent="0">
              <a:buNone/>
              <a:defRPr sz="2560" b="1"/>
            </a:lvl5pPr>
            <a:lvl6pPr marL="3657509" indent="0">
              <a:buNone/>
              <a:defRPr sz="2560" b="1"/>
            </a:lvl6pPr>
            <a:lvl7pPr marL="4389011" indent="0">
              <a:buNone/>
              <a:defRPr sz="2560" b="1"/>
            </a:lvl7pPr>
            <a:lvl8pPr marL="5120512" indent="0">
              <a:buNone/>
              <a:defRPr sz="2560" b="1"/>
            </a:lvl8pPr>
            <a:lvl9pPr marL="5852014" indent="0">
              <a:buNone/>
              <a:defRPr sz="256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32043" y="2164045"/>
            <a:ext cx="6101078" cy="524259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1920"/>
            </a:lvl2pPr>
            <a:lvl3pPr>
              <a:defRPr sz="1920"/>
            </a:lvl3pPr>
            <a:lvl4pPr>
              <a:defRPr sz="1920"/>
            </a:lvl4pPr>
            <a:lvl5pPr>
              <a:defRPr sz="1920"/>
            </a:lvl5pPr>
            <a:lvl6pPr>
              <a:defRPr sz="2560"/>
            </a:lvl6pPr>
            <a:lvl7pPr>
              <a:defRPr sz="2560"/>
            </a:lvl7pPr>
            <a:lvl8pPr>
              <a:defRPr sz="2560"/>
            </a:lvl8pPr>
            <a:lvl9pPr>
              <a:defRPr sz="256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413545870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89696162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675888" cy="41257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658819" y="0"/>
            <a:ext cx="3675888" cy="41257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317638" y="0"/>
            <a:ext cx="3675888" cy="41257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0976458" y="0"/>
            <a:ext cx="3675888" cy="41257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0" y="4103827"/>
            <a:ext cx="3675888" cy="41257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3658819" y="4103827"/>
            <a:ext cx="3675888" cy="41257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7317638" y="4103827"/>
            <a:ext cx="3675888" cy="41257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10976458" y="4103827"/>
            <a:ext cx="3675888" cy="41257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54851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929738" cy="27541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925165" y="0"/>
            <a:ext cx="2929738" cy="27541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5850331" y="0"/>
            <a:ext cx="2929738" cy="27541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775497" y="0"/>
            <a:ext cx="2929738" cy="27541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11700662" y="0"/>
            <a:ext cx="2929738" cy="27541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0" y="2737714"/>
            <a:ext cx="2929738" cy="27541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2925165" y="2737714"/>
            <a:ext cx="2929738" cy="27541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5850331" y="2737714"/>
            <a:ext cx="2929738" cy="27541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8775497" y="2737714"/>
            <a:ext cx="2929738" cy="27541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11700662" y="2737714"/>
            <a:ext cx="2929738" cy="27541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0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0" y="5475427"/>
            <a:ext cx="2929738" cy="27541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1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2936138" y="5475427"/>
            <a:ext cx="2929738" cy="27541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5861304" y="5475427"/>
            <a:ext cx="2929738" cy="27541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8786469" y="5475427"/>
            <a:ext cx="2929738" cy="27541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11700662" y="5475427"/>
            <a:ext cx="2929738" cy="2754173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13678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434499" y="0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868998" y="0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7303496" y="0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12172493" y="0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5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9737995" y="0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8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0" y="2051914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2434499" y="2051914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0" name="Picture Placeholder 3"/>
          <p:cNvSpPr>
            <a:spLocks noGrp="1"/>
          </p:cNvSpPr>
          <p:nvPr>
            <p:ph type="pic" sz="quarter" idx="28"/>
          </p:nvPr>
        </p:nvSpPr>
        <p:spPr>
          <a:xfrm>
            <a:off x="4868998" y="2051914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7303496" y="2051914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2" name="Picture Placeholder 3"/>
          <p:cNvSpPr>
            <a:spLocks noGrp="1"/>
          </p:cNvSpPr>
          <p:nvPr>
            <p:ph type="pic" sz="quarter" idx="30"/>
          </p:nvPr>
        </p:nvSpPr>
        <p:spPr>
          <a:xfrm>
            <a:off x="12172493" y="2051914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9737995" y="2051914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4" name="Picture Placeholder 3"/>
          <p:cNvSpPr>
            <a:spLocks noGrp="1"/>
          </p:cNvSpPr>
          <p:nvPr>
            <p:ph type="pic" sz="quarter" idx="32"/>
          </p:nvPr>
        </p:nvSpPr>
        <p:spPr>
          <a:xfrm>
            <a:off x="0" y="4103827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2434499" y="4103827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6" name="Picture Placeholder 3"/>
          <p:cNvSpPr>
            <a:spLocks noGrp="1"/>
          </p:cNvSpPr>
          <p:nvPr>
            <p:ph type="pic" sz="quarter" idx="34"/>
          </p:nvPr>
        </p:nvSpPr>
        <p:spPr>
          <a:xfrm>
            <a:off x="4868998" y="4103827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7303496" y="4103827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8" name="Picture Placeholder 3"/>
          <p:cNvSpPr>
            <a:spLocks noGrp="1"/>
          </p:cNvSpPr>
          <p:nvPr>
            <p:ph type="pic" sz="quarter" idx="36"/>
          </p:nvPr>
        </p:nvSpPr>
        <p:spPr>
          <a:xfrm>
            <a:off x="12172493" y="4103827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9737995" y="4103827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0" name="Picture Placeholder 3"/>
          <p:cNvSpPr>
            <a:spLocks noGrp="1"/>
          </p:cNvSpPr>
          <p:nvPr>
            <p:ph type="pic" sz="quarter" idx="38"/>
          </p:nvPr>
        </p:nvSpPr>
        <p:spPr>
          <a:xfrm>
            <a:off x="0" y="6155741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9"/>
          </p:nvPr>
        </p:nvSpPr>
        <p:spPr>
          <a:xfrm>
            <a:off x="2434499" y="6155741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2" name="Picture Placeholder 3"/>
          <p:cNvSpPr>
            <a:spLocks noGrp="1"/>
          </p:cNvSpPr>
          <p:nvPr>
            <p:ph type="pic" sz="quarter" idx="40"/>
          </p:nvPr>
        </p:nvSpPr>
        <p:spPr>
          <a:xfrm>
            <a:off x="4868998" y="6155741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41"/>
          </p:nvPr>
        </p:nvSpPr>
        <p:spPr>
          <a:xfrm>
            <a:off x="7303496" y="6155741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4" name="Picture Placeholder 3"/>
          <p:cNvSpPr>
            <a:spLocks noGrp="1"/>
          </p:cNvSpPr>
          <p:nvPr>
            <p:ph type="pic" sz="quarter" idx="42"/>
          </p:nvPr>
        </p:nvSpPr>
        <p:spPr>
          <a:xfrm>
            <a:off x="12172493" y="6155741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43"/>
          </p:nvPr>
        </p:nvSpPr>
        <p:spPr>
          <a:xfrm>
            <a:off x="9737995" y="6155741"/>
            <a:ext cx="2457907" cy="2073859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18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Imag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400"/>
            <a:ext cx="2926080" cy="4088926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267200" y="1676400"/>
            <a:ext cx="2926080" cy="4088926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437120" y="1676400"/>
            <a:ext cx="2926080" cy="4088926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0607040" y="1676400"/>
            <a:ext cx="2926080" cy="4088926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1097280" y="5976679"/>
            <a:ext cx="2926080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4267200" y="5976679"/>
            <a:ext cx="2926080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7437120" y="5976679"/>
            <a:ext cx="2926080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10607040" y="5976679"/>
            <a:ext cx="2926080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211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Image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400"/>
            <a:ext cx="2926080" cy="4088926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267200" y="1676400"/>
            <a:ext cx="2926080" cy="4088926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437120" y="1676400"/>
            <a:ext cx="2926080" cy="4088926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0607040" y="1676400"/>
            <a:ext cx="2926080" cy="4088926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1097280" y="5976679"/>
            <a:ext cx="2926080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4267200" y="5976679"/>
            <a:ext cx="2926080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7437120" y="5976679"/>
            <a:ext cx="2926080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10607040" y="5976679"/>
            <a:ext cx="2926080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144564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Imag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399"/>
            <a:ext cx="3994099" cy="4088927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318151" y="1676399"/>
            <a:ext cx="3994099" cy="4088927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539021" y="1676399"/>
            <a:ext cx="3994099" cy="4088927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r>
              <a:rPr lang="en-GB"/>
              <a:t>Click icon to add picture</a:t>
            </a:r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1097280" y="5976679"/>
            <a:ext cx="3994099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5318151" y="5976679"/>
            <a:ext cx="3994099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539021" y="5976679"/>
            <a:ext cx="3994099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91942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Image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399"/>
            <a:ext cx="3994099" cy="4088927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318151" y="1676399"/>
            <a:ext cx="3994099" cy="4088927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539021" y="1676399"/>
            <a:ext cx="3994099" cy="4088927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r>
              <a:rPr lang="en-GB"/>
              <a:t>Click icon to add picture</a:t>
            </a:r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1097280" y="5976679"/>
            <a:ext cx="3994099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5318151" y="5976679"/>
            <a:ext cx="3994099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539021" y="5976679"/>
            <a:ext cx="3994099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90695991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Imag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1" y="1676399"/>
            <a:ext cx="6102707" cy="4088927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7430414" y="1676399"/>
            <a:ext cx="6102707" cy="4088927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r>
              <a:rPr lang="en-GB"/>
              <a:t>Click icon to add picture</a:t>
            </a:r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1097281" y="5976679"/>
            <a:ext cx="6102707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7430414" y="5976679"/>
            <a:ext cx="6102707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31907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Image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1" y="1676399"/>
            <a:ext cx="6102707" cy="4088927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7430414" y="1676399"/>
            <a:ext cx="6102707" cy="4088927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r>
              <a:rPr lang="en-GB"/>
              <a:t>Click icon to add picture</a:t>
            </a:r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1097281" y="5976679"/>
            <a:ext cx="6102707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7430414" y="5976679"/>
            <a:ext cx="6102707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405595668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T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401"/>
            <a:ext cx="2926080" cy="1771398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68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267200" y="1676401"/>
            <a:ext cx="2926080" cy="1771398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68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437120" y="1676401"/>
            <a:ext cx="2926080" cy="1771398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68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0607040" y="1676401"/>
            <a:ext cx="2926080" cy="1771398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68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1097280" y="3666337"/>
            <a:ext cx="2929738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4265981" y="3666337"/>
            <a:ext cx="2929738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7434681" y="3666337"/>
            <a:ext cx="2929738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10603382" y="3666337"/>
            <a:ext cx="2929738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57331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Tall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401"/>
            <a:ext cx="2926080" cy="1771398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680"/>
            </a:lvl1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267200" y="1676401"/>
            <a:ext cx="2926080" cy="1771398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68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437120" y="1676401"/>
            <a:ext cx="2926080" cy="1771398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68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0607040" y="1676401"/>
            <a:ext cx="2926080" cy="1771398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68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1097280" y="3666337"/>
            <a:ext cx="2929738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4265981" y="3666337"/>
            <a:ext cx="2929738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7434681" y="3666337"/>
            <a:ext cx="2929738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10603382" y="3666337"/>
            <a:ext cx="2929738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22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61071079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T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400"/>
            <a:ext cx="3994099" cy="1766621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318151" y="1676400"/>
            <a:ext cx="3994099" cy="1766621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539021" y="1676400"/>
            <a:ext cx="3994099" cy="1766621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1097280" y="3666337"/>
            <a:ext cx="3994099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5318151" y="3666337"/>
            <a:ext cx="3994099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9539021" y="3666337"/>
            <a:ext cx="3994099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7650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Tall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400"/>
            <a:ext cx="3994099" cy="1766621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318151" y="1676400"/>
            <a:ext cx="3994099" cy="1766621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539021" y="1676400"/>
            <a:ext cx="3994099" cy="1766621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1097280" y="3666337"/>
            <a:ext cx="3994099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5318151" y="3666337"/>
            <a:ext cx="3994099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9539021" y="3666337"/>
            <a:ext cx="3994099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55749267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T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1" y="1676400"/>
            <a:ext cx="6102707" cy="1766621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7430414" y="1676400"/>
            <a:ext cx="6102707" cy="1766621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1097280" y="3666337"/>
            <a:ext cx="6100877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7432243" y="3666337"/>
            <a:ext cx="6100877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68133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Tall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1" y="1676400"/>
            <a:ext cx="6102707" cy="1766621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7430414" y="1676400"/>
            <a:ext cx="6102707" cy="1766621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80"/>
            </a:lvl1pPr>
          </a:lstStyle>
          <a:p>
            <a:pPr lvl="0"/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1097280" y="3666337"/>
            <a:ext cx="6100877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7432243" y="3666337"/>
            <a:ext cx="6100877" cy="35859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05125092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ight Gri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6061" y="1676401"/>
            <a:ext cx="2926080" cy="177139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 dirty="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265981" y="1676401"/>
            <a:ext cx="2926080" cy="177139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435901" y="1676401"/>
            <a:ext cx="2926080" cy="177139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0605821" y="1676401"/>
            <a:ext cx="2926080" cy="177139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1096061" y="5660409"/>
            <a:ext cx="2929738" cy="1591926"/>
          </a:xfrm>
        </p:spPr>
        <p:txBody>
          <a:bodyPr/>
          <a:lstStyle>
            <a:lvl1pPr marL="0" indent="0">
              <a:buNone/>
              <a:defRPr sz="168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4264761" y="5660409"/>
            <a:ext cx="2929738" cy="1591926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7433462" y="5660409"/>
            <a:ext cx="2929738" cy="1591926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10602163" y="5660409"/>
            <a:ext cx="2929738" cy="1591926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1096061" y="3668405"/>
            <a:ext cx="2926080" cy="177139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 dirty="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4265981" y="3668405"/>
            <a:ext cx="2926080" cy="177139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7435901" y="3668405"/>
            <a:ext cx="2926080" cy="177139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10605821" y="3668405"/>
            <a:ext cx="2926080" cy="177139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21965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ight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6061" y="1676401"/>
            <a:ext cx="2926080" cy="177139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 dirty="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265981" y="1676401"/>
            <a:ext cx="2926080" cy="177139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435901" y="1676401"/>
            <a:ext cx="2926080" cy="177139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0605821" y="1676401"/>
            <a:ext cx="2926080" cy="177139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1096061" y="5660409"/>
            <a:ext cx="2929738" cy="1591926"/>
          </a:xfrm>
        </p:spPr>
        <p:txBody>
          <a:bodyPr/>
          <a:lstStyle>
            <a:lvl1pPr marL="0" indent="0">
              <a:buNone/>
              <a:defRPr sz="168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4264761" y="5660409"/>
            <a:ext cx="2929738" cy="1591926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7433462" y="5660409"/>
            <a:ext cx="2929738" cy="1591926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10602163" y="5660409"/>
            <a:ext cx="2929738" cy="1591926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1096061" y="3668405"/>
            <a:ext cx="2926080" cy="177139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 dirty="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4265981" y="3668405"/>
            <a:ext cx="2926080" cy="177139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7435901" y="3668405"/>
            <a:ext cx="2926080" cy="177139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10605821" y="3668405"/>
            <a:ext cx="2926080" cy="177139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403474166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x Gri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400"/>
            <a:ext cx="3994099" cy="176662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318151" y="1676400"/>
            <a:ext cx="3994099" cy="176662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539021" y="1676400"/>
            <a:ext cx="3994099" cy="176662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1097280" y="5665188"/>
            <a:ext cx="3994099" cy="16442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5318151" y="5665188"/>
            <a:ext cx="3994099" cy="16442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9539021" y="5665188"/>
            <a:ext cx="3994099" cy="16442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1097280" y="3673182"/>
            <a:ext cx="3994099" cy="176662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5318151" y="3673182"/>
            <a:ext cx="3994099" cy="176662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9539021" y="3673182"/>
            <a:ext cx="3994099" cy="176662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3778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x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400"/>
            <a:ext cx="3994099" cy="176662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318151" y="1676400"/>
            <a:ext cx="3994099" cy="176662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539021" y="1676400"/>
            <a:ext cx="3994099" cy="176662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1097280" y="5665188"/>
            <a:ext cx="3994099" cy="16442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5318151" y="5665188"/>
            <a:ext cx="3994099" cy="16442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9539021" y="5665188"/>
            <a:ext cx="3994099" cy="164429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1097280" y="3673182"/>
            <a:ext cx="3994099" cy="176662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5318151" y="3673182"/>
            <a:ext cx="3994099" cy="176662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9539021" y="3673182"/>
            <a:ext cx="3994099" cy="176662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64178122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Gri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9111" y="1676400"/>
            <a:ext cx="6102707" cy="176662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7432244" y="1676400"/>
            <a:ext cx="6102707" cy="176662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1097280" y="5645287"/>
            <a:ext cx="6100877" cy="160704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7432243" y="5645287"/>
            <a:ext cx="6100877" cy="160704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1099111" y="3673182"/>
            <a:ext cx="6102707" cy="176662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7432244" y="3673182"/>
            <a:ext cx="6102707" cy="176662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01004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9111" y="1676400"/>
            <a:ext cx="6102707" cy="176662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7432244" y="1676400"/>
            <a:ext cx="6102707" cy="176662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1097280" y="5645287"/>
            <a:ext cx="6100877" cy="160704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7432243" y="5645287"/>
            <a:ext cx="6100877" cy="1607048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1099111" y="3673182"/>
            <a:ext cx="6102707" cy="176662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7432244" y="3673182"/>
            <a:ext cx="6102707" cy="176662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135784394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399"/>
            <a:ext cx="2926080" cy="511933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 dirty="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267200" y="1676399"/>
            <a:ext cx="2926080" cy="511933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437120" y="1676399"/>
            <a:ext cx="2926080" cy="511933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0607040" y="1676399"/>
            <a:ext cx="2926080" cy="511933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1097280" y="5104947"/>
            <a:ext cx="2929738" cy="1690784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4265981" y="5104947"/>
            <a:ext cx="2929738" cy="1690784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7434681" y="5104947"/>
            <a:ext cx="2929738" cy="1690784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10603382" y="5104947"/>
            <a:ext cx="2929738" cy="1690784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80879945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399"/>
            <a:ext cx="2926080" cy="511933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 dirty="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267200" y="1676399"/>
            <a:ext cx="2926080" cy="511933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437120" y="1676399"/>
            <a:ext cx="2926080" cy="511933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0607040" y="1676399"/>
            <a:ext cx="2926080" cy="511933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1097280" y="5104947"/>
            <a:ext cx="2929738" cy="1690784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4265981" y="5104947"/>
            <a:ext cx="2929738" cy="1690784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7434681" y="5104947"/>
            <a:ext cx="2929738" cy="1690784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10603382" y="5104947"/>
            <a:ext cx="2929738" cy="1690784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86521696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399"/>
            <a:ext cx="3994099" cy="511933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 dirty="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318151" y="1676399"/>
            <a:ext cx="3994099" cy="511933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539021" y="1676399"/>
            <a:ext cx="3994099" cy="511933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1097280" y="5104947"/>
            <a:ext cx="3994099" cy="1690784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5318151" y="5104947"/>
            <a:ext cx="3994099" cy="1690784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9539021" y="5104947"/>
            <a:ext cx="3994099" cy="1690784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86816054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399"/>
            <a:ext cx="3994099" cy="511933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 dirty="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318151" y="1676399"/>
            <a:ext cx="3994099" cy="511933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539021" y="1676399"/>
            <a:ext cx="3994099" cy="511933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1097280" y="5104947"/>
            <a:ext cx="3994099" cy="1690784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5318151" y="5104947"/>
            <a:ext cx="3994099" cy="1690784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9539021" y="5104947"/>
            <a:ext cx="3994099" cy="1690784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95692724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1" y="1676399"/>
            <a:ext cx="6102707" cy="511933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7430414" y="1676399"/>
            <a:ext cx="6102707" cy="511933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1097280" y="5658945"/>
            <a:ext cx="6100877" cy="1136786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7432243" y="5658945"/>
            <a:ext cx="6100877" cy="1136786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56367780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1" y="1676399"/>
            <a:ext cx="6102707" cy="511933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7430414" y="1676399"/>
            <a:ext cx="6102707" cy="5119331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1097280" y="5658945"/>
            <a:ext cx="6100877" cy="1136786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7432243" y="5658945"/>
            <a:ext cx="6100877" cy="1136786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2798254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Ba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400"/>
            <a:ext cx="2926080" cy="3172882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 dirty="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267200" y="1676400"/>
            <a:ext cx="2926080" cy="3172882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437120" y="1676400"/>
            <a:ext cx="2926080" cy="3172882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0607040" y="1676400"/>
            <a:ext cx="2926080" cy="3172882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1097280" y="3158498"/>
            <a:ext cx="2929738" cy="1690784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4265981" y="3158498"/>
            <a:ext cx="2929738" cy="1690784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7434681" y="3158498"/>
            <a:ext cx="2929738" cy="1690784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10603382" y="3158498"/>
            <a:ext cx="2929738" cy="1690784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18"/>
          </p:nvPr>
        </p:nvSpPr>
        <p:spPr>
          <a:xfrm>
            <a:off x="1097280" y="5054766"/>
            <a:ext cx="2929738" cy="2056270"/>
          </a:xfrm>
        </p:spPr>
        <p:txBody>
          <a:bodyPr/>
          <a:lstStyle>
            <a:lvl1pPr marL="0" indent="0">
              <a:buNone/>
              <a:defRPr sz="168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4"/>
          </p:nvPr>
        </p:nvSpPr>
        <p:spPr>
          <a:xfrm>
            <a:off x="4265981" y="5054766"/>
            <a:ext cx="2929738" cy="2056270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0" name="Content Placeholder 13"/>
          <p:cNvSpPr>
            <a:spLocks noGrp="1"/>
          </p:cNvSpPr>
          <p:nvPr>
            <p:ph sz="quarter" idx="25"/>
          </p:nvPr>
        </p:nvSpPr>
        <p:spPr>
          <a:xfrm>
            <a:off x="7434681" y="5054766"/>
            <a:ext cx="2929738" cy="2056270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1" name="Content Placeholder 13"/>
          <p:cNvSpPr>
            <a:spLocks noGrp="1"/>
          </p:cNvSpPr>
          <p:nvPr>
            <p:ph sz="quarter" idx="26"/>
          </p:nvPr>
        </p:nvSpPr>
        <p:spPr>
          <a:xfrm>
            <a:off x="10603382" y="5054766"/>
            <a:ext cx="2929738" cy="2056270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21614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400"/>
            <a:ext cx="2926080" cy="3172882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 dirty="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267200" y="1676400"/>
            <a:ext cx="2926080" cy="3172882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437120" y="1676400"/>
            <a:ext cx="2926080" cy="3172882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0607040" y="1676400"/>
            <a:ext cx="2926080" cy="3172882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1097280" y="3158498"/>
            <a:ext cx="2929738" cy="1690784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4265981" y="3158498"/>
            <a:ext cx="2929738" cy="1690784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7434681" y="3158498"/>
            <a:ext cx="2929738" cy="1690784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10603382" y="3158498"/>
            <a:ext cx="2929738" cy="1690784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18"/>
          </p:nvPr>
        </p:nvSpPr>
        <p:spPr>
          <a:xfrm>
            <a:off x="1097280" y="5054766"/>
            <a:ext cx="2929738" cy="2056270"/>
          </a:xfrm>
        </p:spPr>
        <p:txBody>
          <a:bodyPr/>
          <a:lstStyle>
            <a:lvl1pPr marL="0" indent="0">
              <a:buNone/>
              <a:defRPr sz="168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4"/>
          </p:nvPr>
        </p:nvSpPr>
        <p:spPr>
          <a:xfrm>
            <a:off x="4265981" y="5054766"/>
            <a:ext cx="2929738" cy="2056270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0" name="Content Placeholder 13"/>
          <p:cNvSpPr>
            <a:spLocks noGrp="1"/>
          </p:cNvSpPr>
          <p:nvPr>
            <p:ph sz="quarter" idx="25"/>
          </p:nvPr>
        </p:nvSpPr>
        <p:spPr>
          <a:xfrm>
            <a:off x="7434681" y="5054766"/>
            <a:ext cx="2929738" cy="2056270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1" name="Content Placeholder 13"/>
          <p:cNvSpPr>
            <a:spLocks noGrp="1"/>
          </p:cNvSpPr>
          <p:nvPr>
            <p:ph sz="quarter" idx="26"/>
          </p:nvPr>
        </p:nvSpPr>
        <p:spPr>
          <a:xfrm>
            <a:off x="10603382" y="5054766"/>
            <a:ext cx="2929738" cy="2056270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27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35557416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400"/>
            <a:ext cx="3994099" cy="3172882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 dirty="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318151" y="1676400"/>
            <a:ext cx="3994099" cy="3172882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539021" y="1676400"/>
            <a:ext cx="3994099" cy="3172882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1097280" y="3158498"/>
            <a:ext cx="3994099" cy="1690784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5318151" y="3158498"/>
            <a:ext cx="3994099" cy="1690784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9539021" y="3158498"/>
            <a:ext cx="3994099" cy="1690784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8"/>
          </p:nvPr>
        </p:nvSpPr>
        <p:spPr>
          <a:xfrm>
            <a:off x="1097280" y="5054766"/>
            <a:ext cx="3994099" cy="2100830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5318151" y="5054766"/>
            <a:ext cx="3994099" cy="2100830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6" name="Content Placeholder 13"/>
          <p:cNvSpPr>
            <a:spLocks noGrp="1"/>
          </p:cNvSpPr>
          <p:nvPr>
            <p:ph sz="quarter" idx="20"/>
          </p:nvPr>
        </p:nvSpPr>
        <p:spPr>
          <a:xfrm>
            <a:off x="9539021" y="5054766"/>
            <a:ext cx="3994099" cy="2100830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67074892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Ba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0" y="1676400"/>
            <a:ext cx="3994099" cy="3172882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 dirty="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318151" y="1676400"/>
            <a:ext cx="3994099" cy="3172882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539021" y="1676400"/>
            <a:ext cx="3994099" cy="3172882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1097280" y="3158498"/>
            <a:ext cx="3994099" cy="1690784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5318151" y="3158498"/>
            <a:ext cx="3994099" cy="1690784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9539021" y="3158498"/>
            <a:ext cx="3994099" cy="1690784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8"/>
          </p:nvPr>
        </p:nvSpPr>
        <p:spPr>
          <a:xfrm>
            <a:off x="1097280" y="5054766"/>
            <a:ext cx="3994099" cy="2100830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5318151" y="5054766"/>
            <a:ext cx="3994099" cy="2100830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6" name="Content Placeholder 13"/>
          <p:cNvSpPr>
            <a:spLocks noGrp="1"/>
          </p:cNvSpPr>
          <p:nvPr>
            <p:ph sz="quarter" idx="20"/>
          </p:nvPr>
        </p:nvSpPr>
        <p:spPr>
          <a:xfrm>
            <a:off x="9539021" y="5054766"/>
            <a:ext cx="3994099" cy="2100830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15585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Ba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1" y="1676400"/>
            <a:ext cx="6102707" cy="3172882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7430414" y="1676400"/>
            <a:ext cx="6102707" cy="3172882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1097280" y="3712496"/>
            <a:ext cx="6100877" cy="1136786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7432243" y="3712496"/>
            <a:ext cx="6100877" cy="1136786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1097280" y="5054766"/>
            <a:ext cx="6100877" cy="2043679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7432243" y="5054766"/>
            <a:ext cx="6100877" cy="2043679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287603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97281" y="1676400"/>
            <a:ext cx="6102707" cy="3172882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7430414" y="1676400"/>
            <a:ext cx="6102707" cy="3172882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68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1097280" y="3712496"/>
            <a:ext cx="6100877" cy="1136786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7432243" y="3712496"/>
            <a:ext cx="6100877" cy="1136786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680">
                <a:solidFill>
                  <a:srgbClr val="FFFFFF"/>
                </a:solidFill>
              </a:defRPr>
            </a:lvl2pPr>
            <a:lvl3pPr marL="411480" indent="-205740">
              <a:defRPr sz="1680">
                <a:solidFill>
                  <a:srgbClr val="FFFFFF"/>
                </a:solidFill>
              </a:defRPr>
            </a:lvl3pPr>
            <a:lvl4pPr marL="617220" indent="-205740">
              <a:defRPr sz="1680">
                <a:solidFill>
                  <a:srgbClr val="FFFFFF"/>
                </a:solidFill>
              </a:defRPr>
            </a:lvl4pPr>
            <a:lvl5pPr marL="891540" indent="-274320">
              <a:defRPr sz="168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1097280" y="5054766"/>
            <a:ext cx="6100877" cy="2043679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7432243" y="5054766"/>
            <a:ext cx="6100877" cy="2043679"/>
          </a:xfrm>
        </p:spPr>
        <p:txBody>
          <a:bodyPr/>
          <a:lstStyle>
            <a:lvl1pPr marL="0" indent="0">
              <a:buNone/>
              <a:defRPr sz="2520"/>
            </a:lvl1pPr>
            <a:lvl2pPr marL="205740" indent="-205740">
              <a:buFont typeface="Arial" panose="020B0604020202020204" pitchFamily="34" charset="0"/>
              <a:buChar char="•"/>
              <a:defRPr sz="1680"/>
            </a:lvl2pPr>
            <a:lvl3pPr marL="411480" indent="-205740">
              <a:defRPr sz="1680"/>
            </a:lvl3pPr>
            <a:lvl4pPr marL="617220" indent="-205740">
              <a:defRPr sz="1680"/>
            </a:lvl4pPr>
            <a:lvl5pPr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95154080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2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90464" y="1967748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965499" y="1967747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180452" y="1967748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455487" y="1967747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7670440" y="1967748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8945474" y="1967747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11160427" y="1967748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2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12435462" y="1967747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90464" y="3784258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965499" y="3784256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180452" y="3784258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5455487" y="3784256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7670440" y="3784258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8945474" y="3784256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11160427" y="3784258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0" name="Content Placeholder 13"/>
          <p:cNvSpPr>
            <a:spLocks noGrp="1"/>
          </p:cNvSpPr>
          <p:nvPr>
            <p:ph sz="quarter" idx="32" hasCustomPrompt="1"/>
          </p:nvPr>
        </p:nvSpPr>
        <p:spPr>
          <a:xfrm>
            <a:off x="12435462" y="3784256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690464" y="5600766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965499" y="5600765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4180452" y="5600766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5455487" y="5600765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7670440" y="5600766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8945474" y="5600765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7" name="Picture Placeholder 3"/>
          <p:cNvSpPr>
            <a:spLocks noGrp="1"/>
          </p:cNvSpPr>
          <p:nvPr>
            <p:ph type="pic" sz="quarter" idx="39"/>
          </p:nvPr>
        </p:nvSpPr>
        <p:spPr>
          <a:xfrm>
            <a:off x="11160427" y="5600766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8" name="Content Placeholder 13"/>
          <p:cNvSpPr>
            <a:spLocks noGrp="1"/>
          </p:cNvSpPr>
          <p:nvPr>
            <p:ph sz="quarter" idx="40" hasCustomPrompt="1"/>
          </p:nvPr>
        </p:nvSpPr>
        <p:spPr>
          <a:xfrm>
            <a:off x="12435462" y="5600765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87774193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2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90464" y="1967748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965499" y="1967747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180452" y="1967748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455487" y="1967747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7670440" y="1967748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8945474" y="1967747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11160427" y="1967748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2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12435462" y="1967747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90464" y="3784258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965499" y="3784256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180452" y="3784258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5455487" y="3784256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7670440" y="3784258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8945474" y="3784256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11160427" y="3784258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0" name="Content Placeholder 13"/>
          <p:cNvSpPr>
            <a:spLocks noGrp="1"/>
          </p:cNvSpPr>
          <p:nvPr>
            <p:ph sz="quarter" idx="32" hasCustomPrompt="1"/>
          </p:nvPr>
        </p:nvSpPr>
        <p:spPr>
          <a:xfrm>
            <a:off x="12435462" y="3784256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690464" y="5600766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965499" y="5600765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4180452" y="5600766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5455487" y="5600765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7670440" y="5600766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8945474" y="5600765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7" name="Picture Placeholder 3"/>
          <p:cNvSpPr>
            <a:spLocks noGrp="1"/>
          </p:cNvSpPr>
          <p:nvPr>
            <p:ph type="pic" sz="quarter" idx="39"/>
          </p:nvPr>
        </p:nvSpPr>
        <p:spPr>
          <a:xfrm>
            <a:off x="11160427" y="5600766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8" name="Content Placeholder 13"/>
          <p:cNvSpPr>
            <a:spLocks noGrp="1"/>
          </p:cNvSpPr>
          <p:nvPr>
            <p:ph sz="quarter" idx="40" hasCustomPrompt="1"/>
          </p:nvPr>
        </p:nvSpPr>
        <p:spPr>
          <a:xfrm>
            <a:off x="12435462" y="5600765"/>
            <a:ext cx="1655074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46738053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90464" y="1967748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965499" y="1967747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5232390" y="1967748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6511959" y="1967747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9774314" y="1967747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11058419" y="1967747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90464" y="3784258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965499" y="3784256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5232390" y="3784258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6511959" y="3784256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9774314" y="3784256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11058419" y="3784256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690464" y="5600766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965499" y="5600765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5232390" y="5600766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6511959" y="5600765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9774314" y="5600765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11058419" y="5600765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08010400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 Tea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90464" y="1967748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965499" y="1967747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5232390" y="1967748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6511959" y="1967747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9774314" y="1967747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11058419" y="1967747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90464" y="3784258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965499" y="3784256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5232390" y="3784258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6511959" y="3784256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9774314" y="3784256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11058419" y="3784256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690464" y="5600766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965499" y="5600765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5232390" y="5600766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6511959" y="5600765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9774314" y="5600765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11058419" y="5600765"/>
            <a:ext cx="2777290" cy="117409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8890732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90464" y="1967748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965499" y="1967746"/>
            <a:ext cx="2777290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5232390" y="1967748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6511959" y="1967746"/>
            <a:ext cx="2777290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9774314" y="1967747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11058419" y="1967746"/>
            <a:ext cx="2777290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90464" y="4663892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965499" y="4663891"/>
            <a:ext cx="2777290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5232390" y="4663892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6511959" y="4663891"/>
            <a:ext cx="2777290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9774314" y="4663891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11058419" y="4663891"/>
            <a:ext cx="2777290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53546258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 Tea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90464" y="1967748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965499" y="1967746"/>
            <a:ext cx="2777290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5232390" y="1967748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6511959" y="1967746"/>
            <a:ext cx="2777290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9774314" y="1967747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11058419" y="1967746"/>
            <a:ext cx="2777290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90464" y="4663892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965499" y="4663891"/>
            <a:ext cx="2777290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5232390" y="4663892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6511959" y="4663891"/>
            <a:ext cx="2777290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9774314" y="4663891"/>
            <a:ext cx="1097280" cy="109728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11058419" y="4663891"/>
            <a:ext cx="2777290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41556850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4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90464" y="1967748"/>
            <a:ext cx="1840985" cy="184098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2754449" y="1967746"/>
            <a:ext cx="4270414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7535764" y="1967748"/>
            <a:ext cx="1840985" cy="184098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9604283" y="1967746"/>
            <a:ext cx="4270414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90464" y="4663892"/>
            <a:ext cx="1840985" cy="184098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2754449" y="4663891"/>
            <a:ext cx="4270414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7535764" y="4663892"/>
            <a:ext cx="1840985" cy="184098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9604283" y="4663891"/>
            <a:ext cx="4270414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4235360243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4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90464" y="1967748"/>
            <a:ext cx="1840985" cy="184098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2754449" y="1967746"/>
            <a:ext cx="4270414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7535764" y="1967748"/>
            <a:ext cx="1840985" cy="184098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9604283" y="1967746"/>
            <a:ext cx="4270414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90464" y="4663892"/>
            <a:ext cx="1840985" cy="184098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2754449" y="4663891"/>
            <a:ext cx="4270414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7535764" y="4663892"/>
            <a:ext cx="1840985" cy="184098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9604283" y="4663891"/>
            <a:ext cx="4270414" cy="2330689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8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440" i="1"/>
            </a:lvl2pPr>
            <a:lvl3pPr marL="0" indent="0">
              <a:buNone/>
              <a:defRPr sz="144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78164679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877070" y="1967748"/>
            <a:ext cx="1679112" cy="1679112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690465" y="3908391"/>
            <a:ext cx="4052324" cy="2883863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680" i="1"/>
            </a:lvl2pPr>
            <a:lvl3pPr marL="0" indent="0" algn="ctr">
              <a:buNone/>
              <a:defRPr sz="168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418996" y="1967748"/>
            <a:ext cx="1679112" cy="1679112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232391" y="3908391"/>
            <a:ext cx="4052324" cy="2883863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680" i="1"/>
            </a:lvl2pPr>
            <a:lvl3pPr marL="0" indent="0" algn="ctr">
              <a:buNone/>
              <a:defRPr sz="168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10960920" y="1967747"/>
            <a:ext cx="1679112" cy="1679112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9774315" y="3908391"/>
            <a:ext cx="4052324" cy="2883863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680" i="1"/>
            </a:lvl2pPr>
            <a:lvl3pPr marL="0" indent="0" algn="ctr">
              <a:buNone/>
              <a:defRPr sz="168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840962093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Tea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877070" y="1967748"/>
            <a:ext cx="1679112" cy="1679112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690465" y="3908391"/>
            <a:ext cx="4052324" cy="2883863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680" i="1"/>
            </a:lvl2pPr>
            <a:lvl3pPr marL="0" indent="0" algn="ctr">
              <a:buNone/>
              <a:defRPr sz="168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418996" y="1967748"/>
            <a:ext cx="1679112" cy="1679112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232391" y="3908391"/>
            <a:ext cx="4052324" cy="2883863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680" i="1"/>
            </a:lvl2pPr>
            <a:lvl3pPr marL="0" indent="0" algn="ctr">
              <a:buNone/>
              <a:defRPr sz="168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10960920" y="1967747"/>
            <a:ext cx="1679112" cy="1679112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9774315" y="3908391"/>
            <a:ext cx="4052324" cy="2883863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680" i="1"/>
            </a:lvl2pPr>
            <a:lvl3pPr marL="0" indent="0" algn="ctr">
              <a:buNone/>
              <a:defRPr sz="168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3489808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Team Sub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465922" y="1967748"/>
            <a:ext cx="1679112" cy="1679112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863105" y="3908391"/>
            <a:ext cx="2884747" cy="2883863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680" i="1"/>
            </a:lvl2pPr>
            <a:lvl3pPr marL="0" indent="0" algn="ctr">
              <a:buNone/>
              <a:defRPr sz="168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830557" y="1967748"/>
            <a:ext cx="1679112" cy="1679112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227739" y="3908391"/>
            <a:ext cx="2884747" cy="2883863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680" i="1"/>
            </a:lvl2pPr>
            <a:lvl3pPr marL="0" indent="0" algn="ctr">
              <a:buNone/>
              <a:defRPr sz="168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195191" y="1967748"/>
            <a:ext cx="1679112" cy="1679112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7592374" y="3908391"/>
            <a:ext cx="2884747" cy="2883863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680" i="1"/>
            </a:lvl2pPr>
            <a:lvl3pPr marL="0" indent="0" algn="ctr">
              <a:buNone/>
              <a:defRPr sz="168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1097280" y="1120140"/>
            <a:ext cx="12435840" cy="48768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16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42"/>
          </p:nvPr>
        </p:nvSpPr>
        <p:spPr>
          <a:xfrm>
            <a:off x="11559827" y="1967747"/>
            <a:ext cx="1679112" cy="1679112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tx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43" hasCustomPrompt="1"/>
          </p:nvPr>
        </p:nvSpPr>
        <p:spPr>
          <a:xfrm>
            <a:off x="10957009" y="3908391"/>
            <a:ext cx="2884747" cy="2883863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680" i="1"/>
            </a:lvl2pPr>
            <a:lvl3pPr marL="0" indent="0" algn="ctr">
              <a:buNone/>
              <a:defRPr sz="168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52773042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Tea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465922" y="1967748"/>
            <a:ext cx="1679112" cy="1679112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863105" y="3908391"/>
            <a:ext cx="2884747" cy="2883863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680" i="1"/>
            </a:lvl2pPr>
            <a:lvl3pPr marL="0" indent="0" algn="ctr">
              <a:buNone/>
              <a:defRPr sz="168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830557" y="1967748"/>
            <a:ext cx="1679112" cy="1679112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227739" y="3908391"/>
            <a:ext cx="2884747" cy="2883863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680" i="1"/>
            </a:lvl2pPr>
            <a:lvl3pPr marL="0" indent="0" algn="ctr">
              <a:buNone/>
              <a:defRPr sz="168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195191" y="1967748"/>
            <a:ext cx="1679112" cy="1679112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7592374" y="3908391"/>
            <a:ext cx="2884747" cy="2883863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680" i="1"/>
            </a:lvl2pPr>
            <a:lvl3pPr marL="0" indent="0" algn="ctr">
              <a:buNone/>
              <a:defRPr sz="168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42"/>
          </p:nvPr>
        </p:nvSpPr>
        <p:spPr>
          <a:xfrm>
            <a:off x="11559827" y="1967747"/>
            <a:ext cx="1679112" cy="1679112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tx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26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43" hasCustomPrompt="1"/>
          </p:nvPr>
        </p:nvSpPr>
        <p:spPr>
          <a:xfrm>
            <a:off x="10957009" y="3908391"/>
            <a:ext cx="2884747" cy="2883863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None/>
              <a:defRPr sz="1680" i="1"/>
            </a:lvl2pPr>
            <a:lvl3pPr marL="0" indent="0" algn="ctr">
              <a:buNone/>
              <a:defRPr sz="1680"/>
            </a:lvl3pPr>
            <a:lvl4pPr marL="617220" indent="-205740">
              <a:defRPr sz="1440"/>
            </a:lvl4pPr>
            <a:lvl5pPr>
              <a:defRPr sz="144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77330136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4161250" y="1522511"/>
            <a:ext cx="2975773" cy="4242816"/>
          </a:xfrm>
        </p:spPr>
        <p:txBody>
          <a:bodyPr>
            <a:noAutofit/>
          </a:bodyPr>
          <a:lstStyle>
            <a:lvl1pPr marL="0" indent="0">
              <a:buNone/>
              <a:defRPr sz="1680" b="1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buFontTx/>
              <a:buNone/>
              <a:defRPr sz="1680"/>
            </a:lvl2pPr>
            <a:lvl3pPr marL="180976" indent="-180976">
              <a:defRPr sz="1680"/>
            </a:lvl3pPr>
            <a:lvl4pPr marL="481966" indent="-249556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10557348" y="1522511"/>
            <a:ext cx="2975773" cy="4242816"/>
          </a:xfrm>
        </p:spPr>
        <p:txBody>
          <a:bodyPr>
            <a:noAutofit/>
          </a:bodyPr>
          <a:lstStyle>
            <a:lvl1pPr marL="0" indent="0">
              <a:buNone/>
              <a:defRPr sz="1680" b="1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buFontTx/>
              <a:buNone/>
              <a:defRPr sz="1680"/>
            </a:lvl2pPr>
            <a:lvl3pPr marL="180976" indent="-180976">
              <a:defRPr sz="1680"/>
            </a:lvl3pPr>
            <a:lvl4pPr marL="481966" indent="-249556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1097281" y="5976679"/>
            <a:ext cx="6039743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7509566" y="5976679"/>
            <a:ext cx="6023555" cy="1150621"/>
          </a:xfrm>
        </p:spPr>
        <p:txBody>
          <a:bodyPr>
            <a:noAutofit/>
          </a:bodyPr>
          <a:lstStyle>
            <a:lvl1pPr marL="0" indent="0">
              <a:buNone/>
              <a:defRPr sz="1680"/>
            </a:lvl1pPr>
            <a:lvl2pPr marL="182875" indent="-182875">
              <a:buFont typeface="Arial" panose="020B0604020202020204" pitchFamily="34" charset="0"/>
              <a:buChar char="•"/>
              <a:defRPr sz="1680"/>
            </a:lvl2pPr>
            <a:lvl3pPr marL="365750" indent="-182875">
              <a:defRPr sz="1680"/>
            </a:lvl3pPr>
            <a:lvl4pPr marL="640064" indent="-274313">
              <a:defRPr sz="1680"/>
            </a:lvl4pPr>
            <a:lvl5pPr marL="914377" indent="-274313">
              <a:defRPr sz="168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947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08" Type="http://schemas.openxmlformats.org/officeDocument/2006/relationships/slideLayout" Target="../slideLayouts/slideLayout108.xml"/><Relationship Id="rId54" Type="http://schemas.openxmlformats.org/officeDocument/2006/relationships/slideLayout" Target="../slideLayouts/slideLayout54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theme" Target="../theme/theme1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335954"/>
            <a:ext cx="12435840" cy="98107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63040"/>
            <a:ext cx="12435840" cy="555307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1911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897" r:id="rId3"/>
    <p:sldLayoutId id="2147483683" r:id="rId4"/>
    <p:sldLayoutId id="2147483684" r:id="rId5"/>
    <p:sldLayoutId id="2147483685" r:id="rId6"/>
    <p:sldLayoutId id="2147483686" r:id="rId7"/>
    <p:sldLayoutId id="2147483690" r:id="rId8"/>
    <p:sldLayoutId id="2147483691" r:id="rId9"/>
    <p:sldLayoutId id="2147483752" r:id="rId10"/>
    <p:sldLayoutId id="2147483753" r:id="rId11"/>
    <p:sldLayoutId id="2147483754" r:id="rId12"/>
    <p:sldLayoutId id="2147483774" r:id="rId13"/>
    <p:sldLayoutId id="2147483756" r:id="rId14"/>
    <p:sldLayoutId id="2147483775" r:id="rId15"/>
    <p:sldLayoutId id="2147483757" r:id="rId16"/>
    <p:sldLayoutId id="2147483776" r:id="rId17"/>
    <p:sldLayoutId id="2147483758" r:id="rId18"/>
    <p:sldLayoutId id="2147483777" r:id="rId19"/>
    <p:sldLayoutId id="2147483759" r:id="rId20"/>
    <p:sldLayoutId id="2147483778" r:id="rId21"/>
    <p:sldLayoutId id="2147483760" r:id="rId22"/>
    <p:sldLayoutId id="2147483779" r:id="rId23"/>
    <p:sldLayoutId id="2147483761" r:id="rId24"/>
    <p:sldLayoutId id="2147483780" r:id="rId25"/>
    <p:sldLayoutId id="2147483762" r:id="rId26"/>
    <p:sldLayoutId id="2147483781" r:id="rId27"/>
    <p:sldLayoutId id="2147483763" r:id="rId28"/>
    <p:sldLayoutId id="2147483782" r:id="rId29"/>
    <p:sldLayoutId id="2147483764" r:id="rId30"/>
    <p:sldLayoutId id="2147483783" r:id="rId31"/>
    <p:sldLayoutId id="2147483765" r:id="rId32"/>
    <p:sldLayoutId id="2147483784" r:id="rId33"/>
    <p:sldLayoutId id="2147483785" r:id="rId34"/>
    <p:sldLayoutId id="2147483766" r:id="rId35"/>
    <p:sldLayoutId id="2147483768" r:id="rId36"/>
    <p:sldLayoutId id="2147483786" r:id="rId37"/>
    <p:sldLayoutId id="2147483788" r:id="rId38"/>
    <p:sldLayoutId id="2147483769" r:id="rId39"/>
    <p:sldLayoutId id="2147483767" r:id="rId40"/>
    <p:sldLayoutId id="2147483787" r:id="rId41"/>
    <p:sldLayoutId id="2147483771" r:id="rId42"/>
    <p:sldLayoutId id="2147483773" r:id="rId43"/>
    <p:sldLayoutId id="2147483792" r:id="rId44"/>
    <p:sldLayoutId id="2147483793" r:id="rId45"/>
    <p:sldLayoutId id="2147483794" r:id="rId46"/>
    <p:sldLayoutId id="2147483795" r:id="rId47"/>
    <p:sldLayoutId id="2147483796" r:id="rId48"/>
    <p:sldLayoutId id="2147483797" r:id="rId49"/>
    <p:sldLayoutId id="2147483798" r:id="rId50"/>
    <p:sldLayoutId id="2147483842" r:id="rId51"/>
    <p:sldLayoutId id="2147483841" r:id="rId52"/>
    <p:sldLayoutId id="2147483843" r:id="rId53"/>
    <p:sldLayoutId id="2147483892" r:id="rId54"/>
    <p:sldLayoutId id="2147483894" r:id="rId55"/>
    <p:sldLayoutId id="2147483896" r:id="rId56"/>
    <p:sldLayoutId id="2147483650" r:id="rId57"/>
    <p:sldLayoutId id="2147483664" r:id="rId58"/>
    <p:sldLayoutId id="2147483678" r:id="rId59"/>
    <p:sldLayoutId id="2147483679" r:id="rId60"/>
    <p:sldLayoutId id="2147483652" r:id="rId61"/>
    <p:sldLayoutId id="2147483666" r:id="rId62"/>
    <p:sldLayoutId id="2147483667" r:id="rId63"/>
    <p:sldLayoutId id="2147483734" r:id="rId64"/>
    <p:sldLayoutId id="2147483735" r:id="rId65"/>
    <p:sldLayoutId id="2147483736" r:id="rId66"/>
    <p:sldLayoutId id="2147483844" r:id="rId67"/>
    <p:sldLayoutId id="2147483845" r:id="rId68"/>
    <p:sldLayoutId id="2147483846" r:id="rId69"/>
    <p:sldLayoutId id="2147483847" r:id="rId70"/>
    <p:sldLayoutId id="2147483848" r:id="rId71"/>
    <p:sldLayoutId id="2147483849" r:id="rId72"/>
    <p:sldLayoutId id="2147483850" r:id="rId73"/>
    <p:sldLayoutId id="2147483851" r:id="rId74"/>
    <p:sldLayoutId id="2147483852" r:id="rId75"/>
    <p:sldLayoutId id="2147483853" r:id="rId76"/>
    <p:sldLayoutId id="2147483854" r:id="rId77"/>
    <p:sldLayoutId id="2147483855" r:id="rId78"/>
    <p:sldLayoutId id="2147483856" r:id="rId79"/>
    <p:sldLayoutId id="2147483857" r:id="rId80"/>
    <p:sldLayoutId id="2147483858" r:id="rId81"/>
    <p:sldLayoutId id="2147483859" r:id="rId82"/>
    <p:sldLayoutId id="2147483860" r:id="rId83"/>
    <p:sldLayoutId id="2147483861" r:id="rId84"/>
    <p:sldLayoutId id="2147483862" r:id="rId85"/>
    <p:sldLayoutId id="2147483863" r:id="rId86"/>
    <p:sldLayoutId id="2147483864" r:id="rId87"/>
    <p:sldLayoutId id="2147483865" r:id="rId88"/>
    <p:sldLayoutId id="2147483866" r:id="rId89"/>
    <p:sldLayoutId id="2147483867" r:id="rId90"/>
    <p:sldLayoutId id="2147483868" r:id="rId91"/>
    <p:sldLayoutId id="2147483869" r:id="rId92"/>
    <p:sldLayoutId id="2147483870" r:id="rId93"/>
    <p:sldLayoutId id="2147483871" r:id="rId94"/>
    <p:sldLayoutId id="2147483872" r:id="rId95"/>
    <p:sldLayoutId id="2147483873" r:id="rId96"/>
    <p:sldLayoutId id="2147483874" r:id="rId97"/>
    <p:sldLayoutId id="2147483875" r:id="rId98"/>
    <p:sldLayoutId id="2147483876" r:id="rId99"/>
    <p:sldLayoutId id="2147483877" r:id="rId100"/>
    <p:sldLayoutId id="2147483878" r:id="rId101"/>
    <p:sldLayoutId id="2147483879" r:id="rId102"/>
    <p:sldLayoutId id="2147483880" r:id="rId103"/>
    <p:sldLayoutId id="2147483881" r:id="rId104"/>
    <p:sldLayoutId id="2147483882" r:id="rId105"/>
    <p:sldLayoutId id="2147483883" r:id="rId106"/>
    <p:sldLayoutId id="2147483884" r:id="rId107"/>
    <p:sldLayoutId id="2147483885" r:id="rId108"/>
    <p:sldLayoutId id="2147483886" r:id="rId109"/>
  </p:sldLayoutIdLst>
  <p:txStyles>
    <p:titleStyle>
      <a:lvl1pPr algn="ctr" defTabSz="1463004" rtl="0" eaLnBrk="1" latinLnBrk="0" hangingPunct="1">
        <a:lnSpc>
          <a:spcPct val="86000"/>
        </a:lnSpc>
        <a:spcBef>
          <a:spcPct val="0"/>
        </a:spcBef>
        <a:buNone/>
        <a:defRPr sz="3360" kern="800" spc="-64">
          <a:solidFill>
            <a:srgbClr val="00B0F0"/>
          </a:solidFill>
          <a:latin typeface="+mj-lt"/>
          <a:ea typeface="+mj-ea"/>
          <a:cs typeface="+mj-cs"/>
        </a:defRPr>
      </a:lvl1pPr>
    </p:titleStyle>
    <p:bodyStyle>
      <a:lvl1pPr marL="274313" indent="-274313" algn="l" defTabSz="1463004" rtl="0" eaLnBrk="1" latinLnBrk="0" hangingPunct="1">
        <a:lnSpc>
          <a:spcPct val="150000"/>
        </a:lnSpc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640" kern="800" spc="-16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551167" indent="-276854" algn="l" defTabSz="1463004" rtl="0" eaLnBrk="1" latinLnBrk="0" hangingPunct="1">
        <a:lnSpc>
          <a:spcPct val="150000"/>
        </a:lnSpc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640" kern="8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825480" indent="-274313" algn="l" defTabSz="1463004" rtl="0" eaLnBrk="1" latinLnBrk="0" hangingPunct="1">
        <a:lnSpc>
          <a:spcPct val="150000"/>
        </a:lnSpc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640" kern="8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099793" indent="-274313" algn="l" defTabSz="1463004" rtl="0" eaLnBrk="1" latinLnBrk="0" hangingPunct="1">
        <a:lnSpc>
          <a:spcPct val="150000"/>
        </a:lnSpc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640" kern="8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1374107" indent="-274313" algn="l" defTabSz="1463004" rtl="0" eaLnBrk="1" latinLnBrk="0" hangingPunct="1">
        <a:lnSpc>
          <a:spcPct val="150000"/>
        </a:lnSpc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2640" kern="8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4023259" indent="-365750" algn="l" defTabSz="1463004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754761" indent="-365750" algn="l" defTabSz="1463004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486263" indent="-365750" algn="l" defTabSz="1463004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217764" indent="-365750" algn="l" defTabSz="1463004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04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731502" algn="l" defTabSz="1463004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04" algn="l" defTabSz="1463004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05" algn="l" defTabSz="1463004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07" algn="l" defTabSz="1463004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3657509" algn="l" defTabSz="1463004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389011" algn="l" defTabSz="1463004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120512" algn="l" defTabSz="1463004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5852014" algn="l" defTabSz="1463004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ython.org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anaconda.com/products/individua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B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6B2D7F-C8AA-CDD2-995F-0D483F41A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1FEC9-23E2-98AC-D7B4-327FABD30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4560" y="1810544"/>
            <a:ext cx="6840760" cy="1764030"/>
          </a:xfrm>
        </p:spPr>
        <p:txBody>
          <a:bodyPr>
            <a:normAutofit/>
          </a:bodyPr>
          <a:lstStyle/>
          <a:p>
            <a:pPr marL="12700" algn="l">
              <a:lnSpc>
                <a:spcPct val="100000"/>
              </a:lnSpc>
            </a:pPr>
            <a:r>
              <a:rPr lang="en-IN" sz="4300" dirty="0">
                <a:solidFill>
                  <a:srgbClr val="FFC000"/>
                </a:solidFill>
                <a:latin typeface="Open Sans"/>
              </a:rPr>
              <a:t>Module 1: Introduction to Computer Programming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C86DD0-3294-81A7-164F-168CC316CEB3}"/>
              </a:ext>
            </a:extLst>
          </p:cNvPr>
          <p:cNvSpPr txBox="1">
            <a:spLocks/>
          </p:cNvSpPr>
          <p:nvPr/>
        </p:nvSpPr>
        <p:spPr>
          <a:xfrm>
            <a:off x="1533354" y="3770723"/>
            <a:ext cx="9081080" cy="2103120"/>
          </a:xfrm>
          <a:prstGeom prst="rect">
            <a:avLst/>
          </a:prstGeom>
        </p:spPr>
        <p:txBody>
          <a:bodyPr/>
          <a:lstStyle>
            <a:lvl1pPr marL="228594" indent="-228594" algn="l" defTabSz="121917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 kern="800" spc="-1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9306" indent="-230712" algn="l" defTabSz="121917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200" kern="8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87900" indent="-228594" algn="l" defTabSz="121917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 kern="8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916494" indent="-228594" algn="l" defTabSz="121917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200" kern="8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145089" indent="-228594" algn="l" defTabSz="121917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2200" kern="8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endParaRPr lang="en-IE" sz="20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15312A-195A-CD4A-D2AC-E61466944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560" y="7306088"/>
            <a:ext cx="1685787" cy="3976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721451-83F0-8158-CCE0-DB318DBC8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9536" y="2981"/>
            <a:ext cx="7772400" cy="75354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377518-AB7B-C9D2-E5AF-8F8E0E8AA1CE}"/>
              </a:ext>
            </a:extLst>
          </p:cNvPr>
          <p:cNvSpPr txBox="1"/>
          <p:nvPr/>
        </p:nvSpPr>
        <p:spPr>
          <a:xfrm>
            <a:off x="1554560" y="3744847"/>
            <a:ext cx="83505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z="2800" spc="-140" dirty="0">
                <a:solidFill>
                  <a:schemeClr val="bg1"/>
                </a:solidFill>
              </a:rPr>
              <a:t>Introduction</a:t>
            </a:r>
            <a:r>
              <a:rPr lang="en-IN" sz="2800" spc="-175" dirty="0">
                <a:solidFill>
                  <a:schemeClr val="bg1"/>
                </a:solidFill>
              </a:rPr>
              <a:t> </a:t>
            </a:r>
            <a:r>
              <a:rPr lang="en-IN" sz="2800" spc="-105" dirty="0">
                <a:solidFill>
                  <a:schemeClr val="bg1"/>
                </a:solidFill>
              </a:rPr>
              <a:t>to</a:t>
            </a:r>
            <a:r>
              <a:rPr lang="en-IN" sz="2800" spc="-195" dirty="0">
                <a:solidFill>
                  <a:schemeClr val="bg1"/>
                </a:solidFill>
              </a:rPr>
              <a:t> </a:t>
            </a:r>
            <a:r>
              <a:rPr lang="en-IN" sz="2800" spc="-55" dirty="0">
                <a:solidFill>
                  <a:schemeClr val="bg1"/>
                </a:solidFill>
              </a:rPr>
              <a:t>Python</a:t>
            </a:r>
            <a:r>
              <a:rPr lang="en-IN" sz="2800" spc="-180" dirty="0">
                <a:solidFill>
                  <a:schemeClr val="bg1"/>
                </a:solidFill>
              </a:rPr>
              <a:t> </a:t>
            </a:r>
            <a:r>
              <a:rPr lang="en-IN" sz="2800" spc="-70" dirty="0">
                <a:solidFill>
                  <a:schemeClr val="bg1"/>
                </a:solidFill>
              </a:rPr>
              <a:t>Programming</a:t>
            </a:r>
          </a:p>
        </p:txBody>
      </p:sp>
    </p:spTree>
    <p:extLst>
      <p:ext uri="{BB962C8B-B14F-4D97-AF65-F5344CB8AC3E}">
        <p14:creationId xmlns:p14="http://schemas.microsoft.com/office/powerpoint/2010/main" val="2968022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608" y="1196686"/>
            <a:ext cx="1971591" cy="981073"/>
          </a:xfrm>
        </p:spPr>
        <p:txBody>
          <a:bodyPr/>
          <a:lstStyle/>
          <a:p>
            <a:pPr>
              <a:buNone/>
            </a:pPr>
            <a:r>
              <a:rPr lang="en-IE" dirty="0">
                <a:latin typeface="Open Sans"/>
              </a:rPr>
              <a:t>Content</a:t>
            </a:r>
            <a:endParaRPr dirty="0">
              <a:latin typeface="Open Sans"/>
            </a:endParaRP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3A216AA9-54FC-75F7-644C-52EEC7304145}"/>
              </a:ext>
            </a:extLst>
          </p:cNvPr>
          <p:cNvSpPr txBox="1"/>
          <p:nvPr/>
        </p:nvSpPr>
        <p:spPr>
          <a:xfrm>
            <a:off x="4722912" y="1267957"/>
            <a:ext cx="7776864" cy="48502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200000"/>
              </a:lnSpc>
              <a:spcBef>
                <a:spcPts val="105"/>
              </a:spcBef>
              <a:tabLst>
                <a:tab pos="469265" algn="l"/>
              </a:tabLst>
            </a:pPr>
            <a:r>
              <a:rPr sz="2000" b="1" spc="135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What</a:t>
            </a:r>
            <a:r>
              <a:rPr sz="2000" b="1" spc="-55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sz="2000" b="1" spc="50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is</a:t>
            </a:r>
            <a:r>
              <a:rPr sz="2000" b="1" spc="-35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sz="2000" b="1" spc="45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Python?</a:t>
            </a:r>
            <a:endParaRPr sz="2000" b="1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2700">
              <a:lnSpc>
                <a:spcPct val="200000"/>
              </a:lnSpc>
              <a:tabLst>
                <a:tab pos="469265" algn="l"/>
              </a:tabLst>
            </a:pPr>
            <a:r>
              <a:rPr sz="2000" b="1" spc="120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Why</a:t>
            </a:r>
            <a:r>
              <a:rPr sz="2000" b="1" spc="-50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sz="2000" b="1" spc="50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Learn</a:t>
            </a:r>
            <a:r>
              <a:rPr sz="2000" b="1" spc="-50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sz="2000" b="1" spc="40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Python?</a:t>
            </a:r>
            <a:endParaRPr sz="2000" b="1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2700">
              <a:lnSpc>
                <a:spcPct val="200000"/>
              </a:lnSpc>
              <a:tabLst>
                <a:tab pos="469265" algn="l"/>
              </a:tabLst>
            </a:pPr>
            <a:r>
              <a:rPr sz="2000" b="1" spc="114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History</a:t>
            </a:r>
            <a:r>
              <a:rPr sz="2000" b="1" spc="-40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sz="2000" b="1" spc="170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of</a:t>
            </a:r>
            <a:r>
              <a:rPr sz="2000" b="1" spc="-30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sz="2000" b="1" spc="90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Python</a:t>
            </a:r>
            <a:endParaRPr sz="2000" b="1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2700">
              <a:lnSpc>
                <a:spcPct val="200000"/>
              </a:lnSpc>
              <a:tabLst>
                <a:tab pos="469265" algn="l"/>
              </a:tabLst>
            </a:pPr>
            <a:r>
              <a:rPr sz="2000" b="1" spc="105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Why</a:t>
            </a:r>
            <a:r>
              <a:rPr sz="2000" b="1" spc="-20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sz="2000" b="1" spc="90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Python</a:t>
            </a:r>
            <a:r>
              <a:rPr sz="2000" b="1" spc="-25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sz="2000" b="1" spc="50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is</a:t>
            </a:r>
            <a:r>
              <a:rPr sz="2000" b="1" spc="-30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sz="2000" b="1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Used</a:t>
            </a:r>
            <a:r>
              <a:rPr sz="2000" b="1" spc="-10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sz="2000" b="1" spc="155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for</a:t>
            </a:r>
            <a:r>
              <a:rPr sz="2000" b="1" spc="-15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sz="2000" b="1" spc="-25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ML?</a:t>
            </a:r>
            <a:endParaRPr sz="2000" b="1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2700">
              <a:lnSpc>
                <a:spcPct val="200000"/>
              </a:lnSpc>
              <a:tabLst>
                <a:tab pos="469265" algn="l"/>
              </a:tabLst>
            </a:pPr>
            <a:r>
              <a:rPr sz="2000" b="1" spc="90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Python</a:t>
            </a:r>
            <a:r>
              <a:rPr sz="2000" b="1" spc="-40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sz="2000" b="1" spc="80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Environment</a:t>
            </a:r>
            <a:endParaRPr sz="2000" b="1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2700">
              <a:lnSpc>
                <a:spcPct val="200000"/>
              </a:lnSpc>
              <a:tabLst>
                <a:tab pos="469265" algn="l"/>
              </a:tabLst>
            </a:pPr>
            <a:r>
              <a:rPr sz="2000" b="1" spc="-25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IDE</a:t>
            </a:r>
            <a:endParaRPr sz="2000" b="1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2700">
              <a:lnSpc>
                <a:spcPct val="200000"/>
              </a:lnSpc>
              <a:tabLst>
                <a:tab pos="469265" algn="l"/>
              </a:tabLst>
            </a:pPr>
            <a:r>
              <a:rPr sz="2000" b="1" spc="85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Installing</a:t>
            </a:r>
            <a:r>
              <a:rPr sz="2000" b="1" spc="-55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sz="2000" b="1" spc="90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Python</a:t>
            </a:r>
            <a:r>
              <a:rPr sz="2000" b="1" spc="-30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sz="2000" b="1" spc="100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on</a:t>
            </a:r>
            <a:r>
              <a:rPr sz="2000" b="1" spc="-10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sz="2000" b="1" spc="90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Windows,</a:t>
            </a:r>
            <a:r>
              <a:rPr sz="2000" b="1" spc="-20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sz="2000" b="1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Mac</a:t>
            </a:r>
            <a:r>
              <a:rPr sz="2000" b="1" spc="-5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sz="2000" b="1" spc="60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and</a:t>
            </a:r>
            <a:r>
              <a:rPr sz="2000" b="1" spc="-35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sz="2000" b="1" spc="90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Linux</a:t>
            </a:r>
            <a:r>
              <a:rPr sz="2000" b="1" spc="-25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OS</a:t>
            </a:r>
            <a:endParaRPr sz="2000" b="1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2700">
              <a:lnSpc>
                <a:spcPct val="200000"/>
              </a:lnSpc>
              <a:tabLst>
                <a:tab pos="470534" algn="l"/>
              </a:tabLst>
            </a:pPr>
            <a:r>
              <a:rPr sz="2000" b="1" spc="130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Writing</a:t>
            </a:r>
            <a:r>
              <a:rPr sz="2000" b="1" spc="-50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sz="2000" b="1" spc="105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your</a:t>
            </a:r>
            <a:r>
              <a:rPr sz="2000" b="1" spc="-40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sz="2000" b="1" spc="75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First</a:t>
            </a:r>
            <a:r>
              <a:rPr sz="2000" b="1" spc="-35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sz="2000" b="1" spc="65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Program</a:t>
            </a:r>
            <a:r>
              <a:rPr sz="2000" b="1" spc="-55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sz="2000" b="1" spc="114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in</a:t>
            </a:r>
            <a:r>
              <a:rPr sz="2000" b="1" spc="-30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sz="2000" b="1" spc="80" dirty="0">
                <a:solidFill>
                  <a:srgbClr val="2C314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Python</a:t>
            </a:r>
            <a:endParaRPr sz="2000" b="1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8778" y="0"/>
            <a:ext cx="12435840" cy="981073"/>
          </a:xfrm>
          <a:prstGeom prst="rect">
            <a:avLst/>
          </a:prstGeom>
        </p:spPr>
        <p:txBody>
          <a:bodyPr vert="horz" wrap="square" lIns="0" tIns="229692" rIns="0" bIns="0" rtlCol="0">
            <a:spAutoFit/>
          </a:bodyPr>
          <a:lstStyle/>
          <a:p>
            <a:pPr marL="4055110">
              <a:lnSpc>
                <a:spcPct val="100000"/>
              </a:lnSpc>
              <a:spcBef>
                <a:spcPts val="105"/>
              </a:spcBef>
            </a:pPr>
            <a:r>
              <a:rPr spc="-120" dirty="0"/>
              <a:t>What</a:t>
            </a:r>
            <a:r>
              <a:rPr spc="-350" dirty="0"/>
              <a:t> </a:t>
            </a:r>
            <a:r>
              <a:rPr spc="-165" dirty="0"/>
              <a:t>is</a:t>
            </a:r>
            <a:r>
              <a:rPr spc="-360" dirty="0"/>
              <a:t> </a:t>
            </a:r>
            <a:r>
              <a:rPr spc="-10" dirty="0"/>
              <a:t>Python?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4273" y="1450504"/>
            <a:ext cx="12920345" cy="5527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17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Python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is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</a:t>
            </a:r>
            <a:r>
              <a:rPr sz="17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b="1" spc="-2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general</a:t>
            </a:r>
            <a:r>
              <a:rPr sz="1750" b="1" spc="-3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spc="-2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purpose</a:t>
            </a:r>
            <a:r>
              <a:rPr sz="1750" spc="-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,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high</a:t>
            </a:r>
            <a:r>
              <a:rPr sz="1750" spc="-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level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9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powerful</a:t>
            </a:r>
            <a:r>
              <a:rPr sz="175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dynamic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programming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language.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>
              <a:lnSpc>
                <a:spcPct val="100000"/>
              </a:lnSpc>
              <a:buClr>
                <a:srgbClr val="2C3148"/>
              </a:buClr>
              <a:buFont typeface="Microsoft Sans Serif"/>
              <a:buChar char="•"/>
            </a:pP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285"/>
              </a:spcBef>
              <a:buClr>
                <a:srgbClr val="2C3148"/>
              </a:buClr>
              <a:buFont typeface="Microsoft Sans Serif"/>
              <a:buChar char="•"/>
            </a:pP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 marL="354965" indent="-342265">
              <a:lnSpc>
                <a:spcPct val="100000"/>
              </a:lnSpc>
              <a:buFont typeface="Microsoft Sans Serif"/>
              <a:buChar char="•"/>
              <a:tabLst>
                <a:tab pos="354965" algn="l"/>
              </a:tabLst>
            </a:pP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Python</a:t>
            </a:r>
            <a:r>
              <a:rPr sz="1750" b="1" spc="-5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is</a:t>
            </a:r>
            <a:r>
              <a:rPr sz="1750" b="1" spc="-1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an</a:t>
            </a:r>
            <a:r>
              <a:rPr sz="1750" b="1" spc="-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Object</a:t>
            </a:r>
            <a:r>
              <a:rPr sz="1750" b="1" spc="-4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Oriented</a:t>
            </a:r>
            <a:r>
              <a:rPr sz="1750" b="1" spc="-3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spc="-2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Programming</a:t>
            </a:r>
            <a:r>
              <a:rPr sz="1750" b="1" spc="-4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spc="-3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language</a:t>
            </a:r>
            <a:r>
              <a:rPr sz="1750" b="1" spc="-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i.e.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it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is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based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on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classes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objects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where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each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object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-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can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 marL="354965">
              <a:lnSpc>
                <a:spcPct val="100000"/>
              </a:lnSpc>
              <a:spcBef>
                <a:spcPts val="695"/>
              </a:spcBef>
            </a:pPr>
            <a:r>
              <a:rPr sz="175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communicate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with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other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by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exchanging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messages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processing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data.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1750" spc="9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Its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b="1" spc="-4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design</a:t>
            </a:r>
            <a:r>
              <a:rPr sz="1750" b="1" spc="-5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spc="-2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philosophy</a:t>
            </a:r>
            <a:r>
              <a:rPr sz="1750" b="1" spc="-3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is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based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on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importance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of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readability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simplicity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>
              <a:lnSpc>
                <a:spcPct val="100000"/>
              </a:lnSpc>
              <a:buClr>
                <a:srgbClr val="2C3148"/>
              </a:buClr>
              <a:buFont typeface="Microsoft Sans Serif"/>
              <a:buChar char="•"/>
            </a:pP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80"/>
              </a:spcBef>
              <a:buClr>
                <a:srgbClr val="2C3148"/>
              </a:buClr>
              <a:buFont typeface="Microsoft Sans Serif"/>
              <a:buChar char="•"/>
            </a:pP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 marL="374650" indent="-342900">
              <a:lnSpc>
                <a:spcPct val="100000"/>
              </a:lnSpc>
              <a:buFont typeface="Microsoft Sans Serif"/>
              <a:buChar char="•"/>
              <a:tabLst>
                <a:tab pos="374650" algn="l"/>
              </a:tabLst>
            </a:pPr>
            <a:r>
              <a:rPr sz="1750" b="1" spc="-2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clean</a:t>
            </a:r>
            <a:r>
              <a:rPr sz="1750" b="1" spc="-9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and</a:t>
            </a:r>
            <a:r>
              <a:rPr sz="1750" b="1" spc="-7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spc="-3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easy</a:t>
            </a:r>
            <a:r>
              <a:rPr sz="1750" b="1" spc="-4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spc="1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to</a:t>
            </a:r>
            <a:r>
              <a:rPr sz="1750" spc="-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learn</a:t>
            </a:r>
            <a:r>
              <a:rPr sz="1750" spc="-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syntax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739"/>
              </a:spcBef>
              <a:buClr>
                <a:srgbClr val="2C3148"/>
              </a:buClr>
              <a:buFont typeface="Microsoft Sans Serif"/>
              <a:buChar char="•"/>
            </a:pP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1750" spc="1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It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is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b="1" spc="-2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Free </a:t>
            </a: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and</a:t>
            </a:r>
            <a:r>
              <a:rPr sz="1750" b="1" spc="-1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Open</a:t>
            </a:r>
            <a:r>
              <a:rPr sz="1750" b="1" spc="-1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spc="-3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Source</a:t>
            </a:r>
            <a:r>
              <a:rPr sz="1750" b="1" spc="-1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spc="9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which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means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that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it</a:t>
            </a:r>
            <a:r>
              <a:rPr sz="17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is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free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for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download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and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source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code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is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freely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available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open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for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 marL="354965">
              <a:lnSpc>
                <a:spcPct val="100000"/>
              </a:lnSpc>
              <a:spcBef>
                <a:spcPts val="695"/>
              </a:spcBef>
            </a:pPr>
            <a:r>
              <a:rPr sz="175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modification</a:t>
            </a:r>
            <a:r>
              <a:rPr sz="17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17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reuse.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har char="•"/>
              <a:tabLst>
                <a:tab pos="354965" algn="l"/>
              </a:tabLst>
            </a:pPr>
            <a:r>
              <a:rPr sz="1750" spc="1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It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b="1" spc="-2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compiles</a:t>
            </a:r>
            <a:r>
              <a:rPr sz="1750" b="1" spc="-7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and</a:t>
            </a:r>
            <a:r>
              <a:rPr sz="1750" b="1" spc="-5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spc="-1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runs</a:t>
            </a:r>
            <a:r>
              <a:rPr sz="1750" b="1" spc="-2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on</a:t>
            </a:r>
            <a:r>
              <a:rPr sz="1750" spc="-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 </a:t>
            </a:r>
            <a:r>
              <a:rPr sz="175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wide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variety</a:t>
            </a:r>
            <a:r>
              <a:rPr sz="1750" spc="-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of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b="1" spc="6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UNIX</a:t>
            </a: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,</a:t>
            </a:r>
            <a:r>
              <a:rPr sz="1750" spc="-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Windows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,</a:t>
            </a:r>
            <a:r>
              <a:rPr sz="1750" spc="-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b="1" spc="-2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MacOS</a:t>
            </a:r>
            <a:r>
              <a:rPr sz="1750" spc="-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,</a:t>
            </a:r>
            <a:r>
              <a:rPr sz="1750" spc="-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various</a:t>
            </a:r>
            <a:r>
              <a:rPr sz="1750" spc="-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other</a:t>
            </a:r>
            <a:r>
              <a:rPr sz="1750" b="1" spc="-7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spc="-1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platforms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.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976" y="10412"/>
            <a:ext cx="13397738" cy="1116837"/>
          </a:xfrm>
          <a:prstGeom prst="rect">
            <a:avLst/>
          </a:prstGeom>
        </p:spPr>
        <p:txBody>
          <a:bodyPr vert="horz" wrap="square" lIns="0" tIns="374395" rIns="0" bIns="0" rtlCol="0">
            <a:spAutoFit/>
          </a:bodyPr>
          <a:lstStyle/>
          <a:p>
            <a:pPr marL="4592955">
              <a:lnSpc>
                <a:spcPct val="100000"/>
              </a:lnSpc>
              <a:spcBef>
                <a:spcPts val="95"/>
              </a:spcBef>
            </a:pPr>
            <a:r>
              <a:rPr sz="3950" dirty="0"/>
              <a:t>Why</a:t>
            </a:r>
            <a:r>
              <a:rPr sz="3950" spc="-310" dirty="0"/>
              <a:t> </a:t>
            </a:r>
            <a:r>
              <a:rPr sz="3950" spc="-135" dirty="0"/>
              <a:t>Learn</a:t>
            </a:r>
            <a:r>
              <a:rPr sz="3950" spc="-325" dirty="0"/>
              <a:t> </a:t>
            </a:r>
            <a:r>
              <a:rPr sz="3950" spc="-10" dirty="0"/>
              <a:t>Python?</a:t>
            </a:r>
            <a:endParaRPr sz="3950" dirty="0"/>
          </a:p>
        </p:txBody>
      </p:sp>
      <p:grpSp>
        <p:nvGrpSpPr>
          <p:cNvPr id="3" name="object 3"/>
          <p:cNvGrpSpPr/>
          <p:nvPr/>
        </p:nvGrpSpPr>
        <p:grpSpPr>
          <a:xfrm>
            <a:off x="694728" y="1378496"/>
            <a:ext cx="4294505" cy="2805430"/>
            <a:chOff x="694728" y="1737360"/>
            <a:chExt cx="4294505" cy="2805430"/>
          </a:xfrm>
        </p:grpSpPr>
        <p:sp>
          <p:nvSpPr>
            <p:cNvPr id="4" name="object 4"/>
            <p:cNvSpPr/>
            <p:nvPr/>
          </p:nvSpPr>
          <p:spPr>
            <a:xfrm>
              <a:off x="706158" y="1748790"/>
              <a:ext cx="4271645" cy="2782570"/>
            </a:xfrm>
            <a:custGeom>
              <a:avLst/>
              <a:gdLst/>
              <a:ahLst/>
              <a:cxnLst/>
              <a:rect l="l" t="t" r="r" b="b"/>
              <a:pathLst>
                <a:path w="4271645" h="2782570">
                  <a:moveTo>
                    <a:pt x="0" y="84709"/>
                  </a:moveTo>
                  <a:lnTo>
                    <a:pt x="6660" y="51756"/>
                  </a:lnTo>
                  <a:lnTo>
                    <a:pt x="24823" y="24828"/>
                  </a:lnTo>
                  <a:lnTo>
                    <a:pt x="51761" y="6663"/>
                  </a:lnTo>
                  <a:lnTo>
                    <a:pt x="84747" y="0"/>
                  </a:lnTo>
                  <a:lnTo>
                    <a:pt x="4186770" y="0"/>
                  </a:lnTo>
                  <a:lnTo>
                    <a:pt x="4219723" y="6663"/>
                  </a:lnTo>
                  <a:lnTo>
                    <a:pt x="4246651" y="24828"/>
                  </a:lnTo>
                  <a:lnTo>
                    <a:pt x="4264816" y="51756"/>
                  </a:lnTo>
                  <a:lnTo>
                    <a:pt x="4271479" y="84709"/>
                  </a:lnTo>
                  <a:lnTo>
                    <a:pt x="4271479" y="2697353"/>
                  </a:lnTo>
                  <a:lnTo>
                    <a:pt x="4264816" y="2730378"/>
                  </a:lnTo>
                  <a:lnTo>
                    <a:pt x="4246651" y="2757344"/>
                  </a:lnTo>
                  <a:lnTo>
                    <a:pt x="4219723" y="2775523"/>
                  </a:lnTo>
                  <a:lnTo>
                    <a:pt x="4186770" y="2782189"/>
                  </a:lnTo>
                  <a:lnTo>
                    <a:pt x="84747" y="2782189"/>
                  </a:lnTo>
                  <a:lnTo>
                    <a:pt x="51761" y="2775523"/>
                  </a:lnTo>
                  <a:lnTo>
                    <a:pt x="24823" y="2757344"/>
                  </a:lnTo>
                  <a:lnTo>
                    <a:pt x="6660" y="2730378"/>
                  </a:lnTo>
                  <a:lnTo>
                    <a:pt x="0" y="2697353"/>
                  </a:lnTo>
                  <a:lnTo>
                    <a:pt x="0" y="84709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29018" y="1771650"/>
              <a:ext cx="4225925" cy="605790"/>
            </a:xfrm>
            <a:custGeom>
              <a:avLst/>
              <a:gdLst/>
              <a:ahLst/>
              <a:cxnLst/>
              <a:rect l="l" t="t" r="r" b="b"/>
              <a:pathLst>
                <a:path w="4225925" h="605789">
                  <a:moveTo>
                    <a:pt x="4168482" y="0"/>
                  </a:moveTo>
                  <a:lnTo>
                    <a:pt x="57315" y="0"/>
                  </a:lnTo>
                  <a:lnTo>
                    <a:pt x="35002" y="4502"/>
                  </a:lnTo>
                  <a:lnTo>
                    <a:pt x="16784" y="16779"/>
                  </a:lnTo>
                  <a:lnTo>
                    <a:pt x="4503" y="34986"/>
                  </a:lnTo>
                  <a:lnTo>
                    <a:pt x="0" y="57276"/>
                  </a:lnTo>
                  <a:lnTo>
                    <a:pt x="0" y="548004"/>
                  </a:lnTo>
                  <a:lnTo>
                    <a:pt x="4503" y="570295"/>
                  </a:lnTo>
                  <a:lnTo>
                    <a:pt x="16784" y="588502"/>
                  </a:lnTo>
                  <a:lnTo>
                    <a:pt x="35002" y="600779"/>
                  </a:lnTo>
                  <a:lnTo>
                    <a:pt x="57315" y="605282"/>
                  </a:lnTo>
                  <a:lnTo>
                    <a:pt x="4168482" y="605282"/>
                  </a:lnTo>
                  <a:lnTo>
                    <a:pt x="4190773" y="600779"/>
                  </a:lnTo>
                  <a:lnTo>
                    <a:pt x="4208980" y="588502"/>
                  </a:lnTo>
                  <a:lnTo>
                    <a:pt x="4221257" y="570295"/>
                  </a:lnTo>
                  <a:lnTo>
                    <a:pt x="4225759" y="548004"/>
                  </a:lnTo>
                  <a:lnTo>
                    <a:pt x="4225759" y="57276"/>
                  </a:lnTo>
                  <a:lnTo>
                    <a:pt x="4221257" y="34986"/>
                  </a:lnTo>
                  <a:lnTo>
                    <a:pt x="4208980" y="16779"/>
                  </a:lnTo>
                  <a:lnTo>
                    <a:pt x="4190773" y="4502"/>
                  </a:lnTo>
                  <a:lnTo>
                    <a:pt x="4168482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678048" y="1438693"/>
            <a:ext cx="116205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spc="-825" dirty="0">
                <a:solidFill>
                  <a:srgbClr val="2C3148"/>
                </a:solidFill>
                <a:latin typeface="Lucida Sans Unicode"/>
                <a:cs typeface="Lucida Sans Unicode"/>
              </a:rPr>
              <a:t>1</a:t>
            </a:r>
            <a:endParaRPr sz="23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8159" y="2197011"/>
            <a:ext cx="3709035" cy="19688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-10" dirty="0">
                <a:solidFill>
                  <a:srgbClr val="2C3148"/>
                </a:solidFill>
                <a:latin typeface="Trebuchet MS" panose="020B0603020202020204" pitchFamily="34" charset="0"/>
                <a:cs typeface="Lucida Sans Unicode"/>
              </a:rPr>
              <a:t>Flexible</a:t>
            </a:r>
            <a:endParaRPr sz="1950" dirty="0">
              <a:latin typeface="Trebuchet MS" panose="020B0603020202020204" pitchFamily="34" charset="0"/>
              <a:cs typeface="Lucida Sans Unicode"/>
            </a:endParaRPr>
          </a:p>
          <a:p>
            <a:pPr marL="12700" marR="5080">
              <a:lnSpc>
                <a:spcPct val="133200"/>
              </a:lnSpc>
              <a:spcBef>
                <a:spcPts val="815"/>
              </a:spcBef>
            </a:pPr>
            <a:r>
              <a:rPr sz="1550" spc="1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It</a:t>
            </a:r>
            <a:r>
              <a:rPr sz="15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is</a:t>
            </a:r>
            <a:r>
              <a:rPr sz="15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very</a:t>
            </a:r>
            <a:r>
              <a:rPr sz="15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easy</a:t>
            </a:r>
            <a:r>
              <a:rPr sz="15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1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to</a:t>
            </a:r>
            <a:r>
              <a:rPr sz="15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write</a:t>
            </a:r>
            <a:r>
              <a:rPr sz="15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-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code </a:t>
            </a:r>
            <a:r>
              <a:rPr sz="15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enhancements,</a:t>
            </a:r>
            <a:r>
              <a:rPr sz="1550" spc="1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develop</a:t>
            </a:r>
            <a:r>
              <a:rPr sz="1550" spc="1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packages, </a:t>
            </a:r>
            <a:r>
              <a:rPr sz="15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develop</a:t>
            </a:r>
            <a:r>
              <a:rPr sz="15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apps,</a:t>
            </a:r>
            <a:r>
              <a:rPr sz="15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write</a:t>
            </a:r>
            <a:r>
              <a:rPr sz="15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your</a:t>
            </a:r>
            <a:r>
              <a:rPr sz="15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own</a:t>
            </a:r>
            <a:r>
              <a:rPr sz="155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functions </a:t>
            </a:r>
            <a:r>
              <a:rPr sz="15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15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9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distribute</a:t>
            </a:r>
            <a:r>
              <a:rPr sz="15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your</a:t>
            </a:r>
            <a:r>
              <a:rPr sz="15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own</a:t>
            </a:r>
            <a:r>
              <a:rPr sz="15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software</a:t>
            </a:r>
            <a:endParaRPr sz="1550" dirty="0">
              <a:latin typeface="Trebuchet MS" panose="020B0603020202020204" pitchFamily="34" charset="0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167884" y="1378496"/>
            <a:ext cx="4294505" cy="2805430"/>
            <a:chOff x="5167884" y="1737360"/>
            <a:chExt cx="4294505" cy="2805430"/>
          </a:xfrm>
        </p:grpSpPr>
        <p:sp>
          <p:nvSpPr>
            <p:cNvPr id="9" name="object 9"/>
            <p:cNvSpPr/>
            <p:nvPr/>
          </p:nvSpPr>
          <p:spPr>
            <a:xfrm>
              <a:off x="5179314" y="1748790"/>
              <a:ext cx="4271645" cy="2782570"/>
            </a:xfrm>
            <a:custGeom>
              <a:avLst/>
              <a:gdLst/>
              <a:ahLst/>
              <a:cxnLst/>
              <a:rect l="l" t="t" r="r" b="b"/>
              <a:pathLst>
                <a:path w="4271645" h="2782570">
                  <a:moveTo>
                    <a:pt x="0" y="84709"/>
                  </a:moveTo>
                  <a:lnTo>
                    <a:pt x="6663" y="51756"/>
                  </a:lnTo>
                  <a:lnTo>
                    <a:pt x="24828" y="24828"/>
                  </a:lnTo>
                  <a:lnTo>
                    <a:pt x="51756" y="6663"/>
                  </a:lnTo>
                  <a:lnTo>
                    <a:pt x="84709" y="0"/>
                  </a:lnTo>
                  <a:lnTo>
                    <a:pt x="4186936" y="0"/>
                  </a:lnTo>
                  <a:lnTo>
                    <a:pt x="4219888" y="6663"/>
                  </a:lnTo>
                  <a:lnTo>
                    <a:pt x="4246816" y="24828"/>
                  </a:lnTo>
                  <a:lnTo>
                    <a:pt x="4264981" y="51756"/>
                  </a:lnTo>
                  <a:lnTo>
                    <a:pt x="4271645" y="84709"/>
                  </a:lnTo>
                  <a:lnTo>
                    <a:pt x="4271645" y="2697480"/>
                  </a:lnTo>
                  <a:lnTo>
                    <a:pt x="4264981" y="2730432"/>
                  </a:lnTo>
                  <a:lnTo>
                    <a:pt x="4246816" y="2757360"/>
                  </a:lnTo>
                  <a:lnTo>
                    <a:pt x="4219888" y="2775525"/>
                  </a:lnTo>
                  <a:lnTo>
                    <a:pt x="4186936" y="2782189"/>
                  </a:lnTo>
                  <a:lnTo>
                    <a:pt x="84709" y="2782189"/>
                  </a:lnTo>
                  <a:lnTo>
                    <a:pt x="51756" y="2775525"/>
                  </a:lnTo>
                  <a:lnTo>
                    <a:pt x="24828" y="2757360"/>
                  </a:lnTo>
                  <a:lnTo>
                    <a:pt x="6663" y="2730432"/>
                  </a:lnTo>
                  <a:lnTo>
                    <a:pt x="0" y="2697480"/>
                  </a:lnTo>
                  <a:lnTo>
                    <a:pt x="0" y="84709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02174" y="1771650"/>
              <a:ext cx="4225925" cy="605790"/>
            </a:xfrm>
            <a:custGeom>
              <a:avLst/>
              <a:gdLst/>
              <a:ahLst/>
              <a:cxnLst/>
              <a:rect l="l" t="t" r="r" b="b"/>
              <a:pathLst>
                <a:path w="4225925" h="605789">
                  <a:moveTo>
                    <a:pt x="4168648" y="0"/>
                  </a:moveTo>
                  <a:lnTo>
                    <a:pt x="57276" y="0"/>
                  </a:lnTo>
                  <a:lnTo>
                    <a:pt x="34986" y="4502"/>
                  </a:lnTo>
                  <a:lnTo>
                    <a:pt x="16779" y="16779"/>
                  </a:lnTo>
                  <a:lnTo>
                    <a:pt x="4502" y="34986"/>
                  </a:lnTo>
                  <a:lnTo>
                    <a:pt x="0" y="57276"/>
                  </a:lnTo>
                  <a:lnTo>
                    <a:pt x="0" y="548004"/>
                  </a:lnTo>
                  <a:lnTo>
                    <a:pt x="4502" y="570295"/>
                  </a:lnTo>
                  <a:lnTo>
                    <a:pt x="16779" y="588502"/>
                  </a:lnTo>
                  <a:lnTo>
                    <a:pt x="34986" y="600779"/>
                  </a:lnTo>
                  <a:lnTo>
                    <a:pt x="57276" y="605282"/>
                  </a:lnTo>
                  <a:lnTo>
                    <a:pt x="4168648" y="605282"/>
                  </a:lnTo>
                  <a:lnTo>
                    <a:pt x="4190938" y="600779"/>
                  </a:lnTo>
                  <a:lnTo>
                    <a:pt x="4209145" y="588502"/>
                  </a:lnTo>
                  <a:lnTo>
                    <a:pt x="4221422" y="570295"/>
                  </a:lnTo>
                  <a:lnTo>
                    <a:pt x="4225925" y="548004"/>
                  </a:lnTo>
                  <a:lnTo>
                    <a:pt x="4225925" y="57276"/>
                  </a:lnTo>
                  <a:lnTo>
                    <a:pt x="4221422" y="34986"/>
                  </a:lnTo>
                  <a:lnTo>
                    <a:pt x="4209145" y="16779"/>
                  </a:lnTo>
                  <a:lnTo>
                    <a:pt x="4190938" y="4502"/>
                  </a:lnTo>
                  <a:lnTo>
                    <a:pt x="4168648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151623" y="1438693"/>
            <a:ext cx="177165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spc="-350" dirty="0">
                <a:solidFill>
                  <a:srgbClr val="2C3148"/>
                </a:solidFill>
                <a:latin typeface="Lucida Sans Unicode"/>
                <a:cs typeface="Lucida Sans Unicode"/>
              </a:rPr>
              <a:t>2</a:t>
            </a:r>
            <a:endParaRPr sz="23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91658" y="2197011"/>
            <a:ext cx="3000375" cy="1368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-10" dirty="0">
                <a:solidFill>
                  <a:srgbClr val="2C3148"/>
                </a:solidFill>
                <a:latin typeface="Trebuchet MS" panose="020B0603020202020204" pitchFamily="34" charset="0"/>
                <a:cs typeface="Lucida Sans Unicode"/>
              </a:rPr>
              <a:t>Embeddable</a:t>
            </a:r>
            <a:endParaRPr sz="1950" dirty="0">
              <a:latin typeface="Trebuchet MS" panose="020B0603020202020204" pitchFamily="34" charset="0"/>
              <a:cs typeface="Lucida Sans Unicode"/>
            </a:endParaRPr>
          </a:p>
          <a:p>
            <a:pPr marL="12700" marR="5080">
              <a:lnSpc>
                <a:spcPct val="132600"/>
              </a:lnSpc>
              <a:spcBef>
                <a:spcPts val="825"/>
              </a:spcBef>
            </a:pPr>
            <a:r>
              <a:rPr sz="15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Python</a:t>
            </a:r>
            <a:r>
              <a:rPr sz="15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allows</a:t>
            </a:r>
            <a:r>
              <a:rPr sz="15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1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to</a:t>
            </a:r>
            <a:r>
              <a:rPr sz="15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add</a:t>
            </a:r>
            <a:r>
              <a:rPr sz="15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scripting </a:t>
            </a:r>
            <a:r>
              <a:rPr sz="15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capabilities</a:t>
            </a:r>
            <a:r>
              <a:rPr sz="15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1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to</a:t>
            </a:r>
            <a:r>
              <a:rPr sz="15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9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5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code</a:t>
            </a:r>
            <a:r>
              <a:rPr sz="15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in</a:t>
            </a:r>
            <a:r>
              <a:rPr sz="15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other </a:t>
            </a:r>
            <a:r>
              <a:rPr sz="15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languages.</a:t>
            </a:r>
            <a:endParaRPr sz="1550" dirty="0">
              <a:latin typeface="Trebuchet MS" panose="020B0603020202020204" pitchFamily="34" charset="0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641205" y="1378496"/>
            <a:ext cx="4294505" cy="2805430"/>
            <a:chOff x="9641205" y="1737360"/>
            <a:chExt cx="4294505" cy="2805430"/>
          </a:xfrm>
        </p:grpSpPr>
        <p:sp>
          <p:nvSpPr>
            <p:cNvPr id="14" name="object 14"/>
            <p:cNvSpPr/>
            <p:nvPr/>
          </p:nvSpPr>
          <p:spPr>
            <a:xfrm>
              <a:off x="9652635" y="1748790"/>
              <a:ext cx="4271645" cy="2782570"/>
            </a:xfrm>
            <a:custGeom>
              <a:avLst/>
              <a:gdLst/>
              <a:ahLst/>
              <a:cxnLst/>
              <a:rect l="l" t="t" r="r" b="b"/>
              <a:pathLst>
                <a:path w="4271644" h="2782570">
                  <a:moveTo>
                    <a:pt x="0" y="84709"/>
                  </a:moveTo>
                  <a:lnTo>
                    <a:pt x="6663" y="51756"/>
                  </a:lnTo>
                  <a:lnTo>
                    <a:pt x="24828" y="24828"/>
                  </a:lnTo>
                  <a:lnTo>
                    <a:pt x="51756" y="6663"/>
                  </a:lnTo>
                  <a:lnTo>
                    <a:pt x="84709" y="0"/>
                  </a:lnTo>
                  <a:lnTo>
                    <a:pt x="4186809" y="0"/>
                  </a:lnTo>
                  <a:lnTo>
                    <a:pt x="4219834" y="6663"/>
                  </a:lnTo>
                  <a:lnTo>
                    <a:pt x="4246800" y="24828"/>
                  </a:lnTo>
                  <a:lnTo>
                    <a:pt x="4264979" y="51756"/>
                  </a:lnTo>
                  <a:lnTo>
                    <a:pt x="4271645" y="84709"/>
                  </a:lnTo>
                  <a:lnTo>
                    <a:pt x="4271645" y="2697480"/>
                  </a:lnTo>
                  <a:lnTo>
                    <a:pt x="4264979" y="2730432"/>
                  </a:lnTo>
                  <a:lnTo>
                    <a:pt x="4246800" y="2757360"/>
                  </a:lnTo>
                  <a:lnTo>
                    <a:pt x="4219834" y="2775525"/>
                  </a:lnTo>
                  <a:lnTo>
                    <a:pt x="4186809" y="2782189"/>
                  </a:lnTo>
                  <a:lnTo>
                    <a:pt x="84709" y="2782189"/>
                  </a:lnTo>
                  <a:lnTo>
                    <a:pt x="51756" y="2775525"/>
                  </a:lnTo>
                  <a:lnTo>
                    <a:pt x="24828" y="2757360"/>
                  </a:lnTo>
                  <a:lnTo>
                    <a:pt x="6663" y="2730432"/>
                  </a:lnTo>
                  <a:lnTo>
                    <a:pt x="0" y="2697480"/>
                  </a:lnTo>
                  <a:lnTo>
                    <a:pt x="0" y="84709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675495" y="1771650"/>
              <a:ext cx="4225925" cy="605790"/>
            </a:xfrm>
            <a:custGeom>
              <a:avLst/>
              <a:gdLst/>
              <a:ahLst/>
              <a:cxnLst/>
              <a:rect l="l" t="t" r="r" b="b"/>
              <a:pathLst>
                <a:path w="4225925" h="605789">
                  <a:moveTo>
                    <a:pt x="4168520" y="0"/>
                  </a:moveTo>
                  <a:lnTo>
                    <a:pt x="57276" y="0"/>
                  </a:lnTo>
                  <a:lnTo>
                    <a:pt x="34986" y="4502"/>
                  </a:lnTo>
                  <a:lnTo>
                    <a:pt x="16779" y="16779"/>
                  </a:lnTo>
                  <a:lnTo>
                    <a:pt x="4502" y="34986"/>
                  </a:lnTo>
                  <a:lnTo>
                    <a:pt x="0" y="57276"/>
                  </a:lnTo>
                  <a:lnTo>
                    <a:pt x="0" y="548004"/>
                  </a:lnTo>
                  <a:lnTo>
                    <a:pt x="4502" y="570295"/>
                  </a:lnTo>
                  <a:lnTo>
                    <a:pt x="16779" y="588502"/>
                  </a:lnTo>
                  <a:lnTo>
                    <a:pt x="34986" y="600779"/>
                  </a:lnTo>
                  <a:lnTo>
                    <a:pt x="57276" y="605282"/>
                  </a:lnTo>
                  <a:lnTo>
                    <a:pt x="4168520" y="605282"/>
                  </a:lnTo>
                  <a:lnTo>
                    <a:pt x="4190884" y="600779"/>
                  </a:lnTo>
                  <a:lnTo>
                    <a:pt x="4209129" y="588502"/>
                  </a:lnTo>
                  <a:lnTo>
                    <a:pt x="4221420" y="570295"/>
                  </a:lnTo>
                  <a:lnTo>
                    <a:pt x="4225924" y="548004"/>
                  </a:lnTo>
                  <a:lnTo>
                    <a:pt x="4225924" y="57276"/>
                  </a:lnTo>
                  <a:lnTo>
                    <a:pt x="4221420" y="34986"/>
                  </a:lnTo>
                  <a:lnTo>
                    <a:pt x="4209129" y="16779"/>
                  </a:lnTo>
                  <a:lnTo>
                    <a:pt x="4190884" y="4502"/>
                  </a:lnTo>
                  <a:lnTo>
                    <a:pt x="4168520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865614" y="1438693"/>
            <a:ext cx="3586479" cy="2444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760" algn="ctr">
              <a:lnSpc>
                <a:spcPct val="100000"/>
              </a:lnSpc>
              <a:spcBef>
                <a:spcPts val="100"/>
              </a:spcBef>
            </a:pPr>
            <a:r>
              <a:rPr sz="2350" spc="-335" dirty="0">
                <a:solidFill>
                  <a:srgbClr val="2C3148"/>
                </a:solidFill>
                <a:latin typeface="Trebuchet MS" panose="020B0603020202020204" pitchFamily="34" charset="0"/>
                <a:cs typeface="Lucida Sans Unicode"/>
              </a:rPr>
              <a:t>3</a:t>
            </a:r>
            <a:endParaRPr sz="2350" dirty="0">
              <a:latin typeface="Trebuchet MS" panose="020B0603020202020204" pitchFamily="34" charset="0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155"/>
              </a:spcBef>
            </a:pPr>
            <a:r>
              <a:rPr sz="1950" spc="-90" dirty="0">
                <a:solidFill>
                  <a:srgbClr val="2C3148"/>
                </a:solidFill>
                <a:latin typeface="Trebuchet MS" panose="020B0603020202020204" pitchFamily="34" charset="0"/>
                <a:cs typeface="Lucida Sans Unicode"/>
              </a:rPr>
              <a:t>Great</a:t>
            </a:r>
            <a:r>
              <a:rPr sz="1950" spc="-155" dirty="0">
                <a:solidFill>
                  <a:srgbClr val="2C3148"/>
                </a:solidFill>
                <a:latin typeface="Trebuchet MS" panose="020B0603020202020204" pitchFamily="34" charset="0"/>
                <a:cs typeface="Lucida Sans Unicode"/>
              </a:rPr>
              <a:t> </a:t>
            </a:r>
            <a:r>
              <a:rPr sz="1950" spc="-75" dirty="0">
                <a:solidFill>
                  <a:srgbClr val="2C3148"/>
                </a:solidFill>
                <a:latin typeface="Trebuchet MS" panose="020B0603020202020204" pitchFamily="34" charset="0"/>
                <a:cs typeface="Lucida Sans Unicode"/>
              </a:rPr>
              <a:t>Data</a:t>
            </a:r>
            <a:r>
              <a:rPr sz="1950" spc="-175" dirty="0">
                <a:solidFill>
                  <a:srgbClr val="2C3148"/>
                </a:solidFill>
                <a:latin typeface="Trebuchet MS" panose="020B0603020202020204" pitchFamily="34" charset="0"/>
                <a:cs typeface="Lucida Sans Unicode"/>
              </a:rPr>
              <a:t> </a:t>
            </a:r>
            <a:r>
              <a:rPr sz="1950" spc="-10" dirty="0">
                <a:solidFill>
                  <a:srgbClr val="2C3148"/>
                </a:solidFill>
                <a:latin typeface="Trebuchet MS" panose="020B0603020202020204" pitchFamily="34" charset="0"/>
                <a:cs typeface="Lucida Sans Unicode"/>
              </a:rPr>
              <a:t>visualization</a:t>
            </a:r>
            <a:endParaRPr sz="1950" dirty="0">
              <a:latin typeface="Trebuchet MS" panose="020B0603020202020204" pitchFamily="34" charset="0"/>
              <a:cs typeface="Lucida Sans Unicode"/>
            </a:endParaRPr>
          </a:p>
          <a:p>
            <a:pPr marL="12700" marR="5080">
              <a:lnSpc>
                <a:spcPct val="133200"/>
              </a:lnSpc>
              <a:spcBef>
                <a:spcPts val="815"/>
              </a:spcBef>
            </a:pPr>
            <a:r>
              <a:rPr sz="15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Varied</a:t>
            </a:r>
            <a:r>
              <a:rPr sz="15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plots</a:t>
            </a:r>
            <a:r>
              <a:rPr sz="155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such</a:t>
            </a:r>
            <a:r>
              <a:rPr sz="1550" spc="9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as</a:t>
            </a:r>
            <a:r>
              <a:rPr sz="15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boxplots, </a:t>
            </a:r>
            <a:r>
              <a:rPr sz="15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histograms,</a:t>
            </a:r>
            <a:r>
              <a:rPr sz="15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barplots,</a:t>
            </a:r>
            <a:r>
              <a:rPr sz="15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etc</a:t>
            </a:r>
            <a:r>
              <a:rPr sz="15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are</a:t>
            </a:r>
            <a:r>
              <a:rPr sz="15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available </a:t>
            </a:r>
            <a:r>
              <a:rPr sz="15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15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are</a:t>
            </a:r>
            <a:r>
              <a:rPr sz="15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high</a:t>
            </a:r>
            <a:r>
              <a:rPr sz="15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in</a:t>
            </a:r>
            <a:r>
              <a:rPr sz="15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quality</a:t>
            </a:r>
            <a:r>
              <a:rPr sz="15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15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self- </a:t>
            </a:r>
            <a:r>
              <a:rPr sz="15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explanatory.</a:t>
            </a:r>
            <a:endParaRPr sz="1550" dirty="0">
              <a:latin typeface="Trebuchet MS" panose="020B0603020202020204" pitchFamily="34" charset="0"/>
              <a:cs typeface="Microsoft Sans Serif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94728" y="4341078"/>
            <a:ext cx="4294505" cy="2805430"/>
            <a:chOff x="694728" y="4721225"/>
            <a:chExt cx="4294505" cy="2805430"/>
          </a:xfrm>
        </p:grpSpPr>
        <p:sp>
          <p:nvSpPr>
            <p:cNvPr id="18" name="object 18"/>
            <p:cNvSpPr/>
            <p:nvPr/>
          </p:nvSpPr>
          <p:spPr>
            <a:xfrm>
              <a:off x="706158" y="4732654"/>
              <a:ext cx="4271645" cy="2782570"/>
            </a:xfrm>
            <a:custGeom>
              <a:avLst/>
              <a:gdLst/>
              <a:ahLst/>
              <a:cxnLst/>
              <a:rect l="l" t="t" r="r" b="b"/>
              <a:pathLst>
                <a:path w="4271645" h="2782570">
                  <a:moveTo>
                    <a:pt x="0" y="84709"/>
                  </a:moveTo>
                  <a:lnTo>
                    <a:pt x="6660" y="51702"/>
                  </a:lnTo>
                  <a:lnTo>
                    <a:pt x="24823" y="24780"/>
                  </a:lnTo>
                  <a:lnTo>
                    <a:pt x="51761" y="6645"/>
                  </a:lnTo>
                  <a:lnTo>
                    <a:pt x="84747" y="0"/>
                  </a:lnTo>
                  <a:lnTo>
                    <a:pt x="4186770" y="0"/>
                  </a:lnTo>
                  <a:lnTo>
                    <a:pt x="4219723" y="6645"/>
                  </a:lnTo>
                  <a:lnTo>
                    <a:pt x="4246651" y="24780"/>
                  </a:lnTo>
                  <a:lnTo>
                    <a:pt x="4264816" y="51702"/>
                  </a:lnTo>
                  <a:lnTo>
                    <a:pt x="4271479" y="84709"/>
                  </a:lnTo>
                  <a:lnTo>
                    <a:pt x="4271479" y="2697353"/>
                  </a:lnTo>
                  <a:lnTo>
                    <a:pt x="4264816" y="2730336"/>
                  </a:lnTo>
                  <a:lnTo>
                    <a:pt x="4246651" y="2757270"/>
                  </a:lnTo>
                  <a:lnTo>
                    <a:pt x="4219723" y="2775428"/>
                  </a:lnTo>
                  <a:lnTo>
                    <a:pt x="4186770" y="2782087"/>
                  </a:lnTo>
                  <a:lnTo>
                    <a:pt x="84747" y="2782087"/>
                  </a:lnTo>
                  <a:lnTo>
                    <a:pt x="51761" y="2775428"/>
                  </a:lnTo>
                  <a:lnTo>
                    <a:pt x="24823" y="2757270"/>
                  </a:lnTo>
                  <a:lnTo>
                    <a:pt x="6660" y="2730336"/>
                  </a:lnTo>
                  <a:lnTo>
                    <a:pt x="0" y="2697353"/>
                  </a:lnTo>
                  <a:lnTo>
                    <a:pt x="0" y="84709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9018" y="4755515"/>
              <a:ext cx="4225925" cy="605790"/>
            </a:xfrm>
            <a:custGeom>
              <a:avLst/>
              <a:gdLst/>
              <a:ahLst/>
              <a:cxnLst/>
              <a:rect l="l" t="t" r="r" b="b"/>
              <a:pathLst>
                <a:path w="4225925" h="605789">
                  <a:moveTo>
                    <a:pt x="4168482" y="0"/>
                  </a:moveTo>
                  <a:lnTo>
                    <a:pt x="57315" y="0"/>
                  </a:lnTo>
                  <a:lnTo>
                    <a:pt x="35002" y="4502"/>
                  </a:lnTo>
                  <a:lnTo>
                    <a:pt x="16784" y="16779"/>
                  </a:lnTo>
                  <a:lnTo>
                    <a:pt x="4503" y="34986"/>
                  </a:lnTo>
                  <a:lnTo>
                    <a:pt x="0" y="57276"/>
                  </a:lnTo>
                  <a:lnTo>
                    <a:pt x="0" y="548005"/>
                  </a:lnTo>
                  <a:lnTo>
                    <a:pt x="4503" y="570295"/>
                  </a:lnTo>
                  <a:lnTo>
                    <a:pt x="16784" y="588502"/>
                  </a:lnTo>
                  <a:lnTo>
                    <a:pt x="35002" y="600779"/>
                  </a:lnTo>
                  <a:lnTo>
                    <a:pt x="57315" y="605282"/>
                  </a:lnTo>
                  <a:lnTo>
                    <a:pt x="4168482" y="605282"/>
                  </a:lnTo>
                  <a:lnTo>
                    <a:pt x="4190773" y="600779"/>
                  </a:lnTo>
                  <a:lnTo>
                    <a:pt x="4208980" y="588502"/>
                  </a:lnTo>
                  <a:lnTo>
                    <a:pt x="4221257" y="570295"/>
                  </a:lnTo>
                  <a:lnTo>
                    <a:pt x="4225759" y="548005"/>
                  </a:lnTo>
                  <a:lnTo>
                    <a:pt x="4225759" y="57276"/>
                  </a:lnTo>
                  <a:lnTo>
                    <a:pt x="4221257" y="34986"/>
                  </a:lnTo>
                  <a:lnTo>
                    <a:pt x="4208980" y="16779"/>
                  </a:lnTo>
                  <a:lnTo>
                    <a:pt x="4190773" y="4502"/>
                  </a:lnTo>
                  <a:lnTo>
                    <a:pt x="4168482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678048" y="4042792"/>
            <a:ext cx="187325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spc="-170" dirty="0">
                <a:solidFill>
                  <a:srgbClr val="2C3148"/>
                </a:solidFill>
                <a:latin typeface="Lucida Sans Unicode"/>
                <a:cs typeface="Lucida Sans Unicode"/>
              </a:rPr>
              <a:t>4</a:t>
            </a:r>
            <a:endParaRPr sz="235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8159" y="5159973"/>
            <a:ext cx="3684904" cy="16859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-10" dirty="0">
                <a:solidFill>
                  <a:srgbClr val="2C3148"/>
                </a:solidFill>
                <a:latin typeface="Trebuchet MS" panose="020B0603020202020204" pitchFamily="34" charset="0"/>
                <a:cs typeface="Lucida Sans Unicode"/>
              </a:rPr>
              <a:t>Speedy</a:t>
            </a:r>
            <a:endParaRPr sz="1950" dirty="0">
              <a:latin typeface="Trebuchet MS" panose="020B0603020202020204" pitchFamily="34" charset="0"/>
              <a:cs typeface="Lucida Sans Unicode"/>
            </a:endParaRPr>
          </a:p>
          <a:p>
            <a:pPr marL="12700" marR="5080">
              <a:lnSpc>
                <a:spcPct val="133200"/>
              </a:lnSpc>
              <a:spcBef>
                <a:spcPts val="815"/>
              </a:spcBef>
            </a:pPr>
            <a:r>
              <a:rPr sz="1550" spc="1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It</a:t>
            </a:r>
            <a:r>
              <a:rPr sz="15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offers</a:t>
            </a:r>
            <a:r>
              <a:rPr sz="15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1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fast</a:t>
            </a:r>
            <a:r>
              <a:rPr sz="15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15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effective</a:t>
            </a:r>
            <a:r>
              <a:rPr sz="15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support</a:t>
            </a:r>
            <a:r>
              <a:rPr sz="15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1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to </a:t>
            </a:r>
            <a:r>
              <a:rPr sz="1550" spc="9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550" spc="114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developers</a:t>
            </a:r>
            <a:r>
              <a:rPr sz="1550" spc="1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1550" spc="114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programmers,</a:t>
            </a:r>
            <a:r>
              <a:rPr sz="1550" spc="1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1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it </a:t>
            </a:r>
            <a:r>
              <a:rPr sz="15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brings</a:t>
            </a:r>
            <a:r>
              <a:rPr sz="15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down</a:t>
            </a:r>
            <a:r>
              <a:rPr sz="1550" spc="-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9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55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development</a:t>
            </a:r>
            <a:r>
              <a:rPr sz="1550" spc="-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time</a:t>
            </a:r>
            <a:r>
              <a:rPr sz="155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-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 </a:t>
            </a:r>
            <a:r>
              <a:rPr sz="15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cost.</a:t>
            </a:r>
            <a:endParaRPr sz="1550" dirty="0">
              <a:latin typeface="Trebuchet MS" panose="020B0603020202020204" pitchFamily="34" charset="0"/>
              <a:cs typeface="Microsoft Sans Serif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167884" y="4341078"/>
            <a:ext cx="4294505" cy="2805430"/>
            <a:chOff x="5167884" y="4721225"/>
            <a:chExt cx="4294505" cy="2805430"/>
          </a:xfrm>
        </p:grpSpPr>
        <p:sp>
          <p:nvSpPr>
            <p:cNvPr id="23" name="object 23"/>
            <p:cNvSpPr/>
            <p:nvPr/>
          </p:nvSpPr>
          <p:spPr>
            <a:xfrm>
              <a:off x="5179314" y="4732654"/>
              <a:ext cx="4271645" cy="2782570"/>
            </a:xfrm>
            <a:custGeom>
              <a:avLst/>
              <a:gdLst/>
              <a:ahLst/>
              <a:cxnLst/>
              <a:rect l="l" t="t" r="r" b="b"/>
              <a:pathLst>
                <a:path w="4271645" h="2782570">
                  <a:moveTo>
                    <a:pt x="0" y="84709"/>
                  </a:moveTo>
                  <a:lnTo>
                    <a:pt x="6663" y="51702"/>
                  </a:lnTo>
                  <a:lnTo>
                    <a:pt x="24828" y="24780"/>
                  </a:lnTo>
                  <a:lnTo>
                    <a:pt x="51756" y="6645"/>
                  </a:lnTo>
                  <a:lnTo>
                    <a:pt x="84709" y="0"/>
                  </a:lnTo>
                  <a:lnTo>
                    <a:pt x="4186936" y="0"/>
                  </a:lnTo>
                  <a:lnTo>
                    <a:pt x="4219888" y="6645"/>
                  </a:lnTo>
                  <a:lnTo>
                    <a:pt x="4246816" y="24780"/>
                  </a:lnTo>
                  <a:lnTo>
                    <a:pt x="4264981" y="51702"/>
                  </a:lnTo>
                  <a:lnTo>
                    <a:pt x="4271645" y="84709"/>
                  </a:lnTo>
                  <a:lnTo>
                    <a:pt x="4271645" y="2697429"/>
                  </a:lnTo>
                  <a:lnTo>
                    <a:pt x="4264981" y="2730414"/>
                  </a:lnTo>
                  <a:lnTo>
                    <a:pt x="4246816" y="2757352"/>
                  </a:lnTo>
                  <a:lnTo>
                    <a:pt x="4219888" y="2775515"/>
                  </a:lnTo>
                  <a:lnTo>
                    <a:pt x="4186936" y="2782176"/>
                  </a:lnTo>
                  <a:lnTo>
                    <a:pt x="84709" y="2782176"/>
                  </a:lnTo>
                  <a:lnTo>
                    <a:pt x="51756" y="2775515"/>
                  </a:lnTo>
                  <a:lnTo>
                    <a:pt x="24828" y="2757352"/>
                  </a:lnTo>
                  <a:lnTo>
                    <a:pt x="6663" y="2730414"/>
                  </a:lnTo>
                  <a:lnTo>
                    <a:pt x="0" y="2697429"/>
                  </a:lnTo>
                  <a:lnTo>
                    <a:pt x="0" y="84709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202174" y="4755515"/>
              <a:ext cx="4225925" cy="605790"/>
            </a:xfrm>
            <a:custGeom>
              <a:avLst/>
              <a:gdLst/>
              <a:ahLst/>
              <a:cxnLst/>
              <a:rect l="l" t="t" r="r" b="b"/>
              <a:pathLst>
                <a:path w="4225925" h="605789">
                  <a:moveTo>
                    <a:pt x="4168648" y="0"/>
                  </a:moveTo>
                  <a:lnTo>
                    <a:pt x="57276" y="0"/>
                  </a:lnTo>
                  <a:lnTo>
                    <a:pt x="34986" y="4502"/>
                  </a:lnTo>
                  <a:lnTo>
                    <a:pt x="16779" y="16779"/>
                  </a:lnTo>
                  <a:lnTo>
                    <a:pt x="4502" y="34986"/>
                  </a:lnTo>
                  <a:lnTo>
                    <a:pt x="0" y="57276"/>
                  </a:lnTo>
                  <a:lnTo>
                    <a:pt x="0" y="548005"/>
                  </a:lnTo>
                  <a:lnTo>
                    <a:pt x="4502" y="570295"/>
                  </a:lnTo>
                  <a:lnTo>
                    <a:pt x="16779" y="588502"/>
                  </a:lnTo>
                  <a:lnTo>
                    <a:pt x="34986" y="600779"/>
                  </a:lnTo>
                  <a:lnTo>
                    <a:pt x="57276" y="605282"/>
                  </a:lnTo>
                  <a:lnTo>
                    <a:pt x="4168648" y="605282"/>
                  </a:lnTo>
                  <a:lnTo>
                    <a:pt x="4190938" y="600779"/>
                  </a:lnTo>
                  <a:lnTo>
                    <a:pt x="4209145" y="588502"/>
                  </a:lnTo>
                  <a:lnTo>
                    <a:pt x="4221422" y="570295"/>
                  </a:lnTo>
                  <a:lnTo>
                    <a:pt x="4225925" y="548005"/>
                  </a:lnTo>
                  <a:lnTo>
                    <a:pt x="4225925" y="57276"/>
                  </a:lnTo>
                  <a:lnTo>
                    <a:pt x="4221422" y="34986"/>
                  </a:lnTo>
                  <a:lnTo>
                    <a:pt x="4209145" y="16779"/>
                  </a:lnTo>
                  <a:lnTo>
                    <a:pt x="4190938" y="4502"/>
                  </a:lnTo>
                  <a:lnTo>
                    <a:pt x="4168648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428868" y="4466088"/>
            <a:ext cx="3445510" cy="1809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2729" algn="ctr">
              <a:lnSpc>
                <a:spcPct val="100000"/>
              </a:lnSpc>
              <a:spcBef>
                <a:spcPts val="100"/>
              </a:spcBef>
            </a:pPr>
            <a:r>
              <a:rPr sz="2350" spc="-350" dirty="0">
                <a:solidFill>
                  <a:srgbClr val="2C3148"/>
                </a:solidFill>
                <a:latin typeface="Trebuchet MS" panose="020B0603020202020204" pitchFamily="34" charset="0"/>
                <a:cs typeface="Lucida Sans Unicode"/>
              </a:rPr>
              <a:t>5</a:t>
            </a:r>
            <a:endParaRPr sz="2350" dirty="0">
              <a:latin typeface="Trebuchet MS" panose="020B0603020202020204" pitchFamily="34" charset="0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155"/>
              </a:spcBef>
            </a:pPr>
            <a:r>
              <a:rPr sz="1950" spc="-95" dirty="0">
                <a:solidFill>
                  <a:srgbClr val="2C3148"/>
                </a:solidFill>
                <a:latin typeface="Trebuchet MS" panose="020B0603020202020204" pitchFamily="34" charset="0"/>
                <a:cs typeface="Lucida Sans Unicode"/>
              </a:rPr>
              <a:t>Machine</a:t>
            </a:r>
            <a:r>
              <a:rPr sz="1950" spc="-160" dirty="0">
                <a:solidFill>
                  <a:srgbClr val="2C3148"/>
                </a:solidFill>
                <a:latin typeface="Trebuchet MS" panose="020B0603020202020204" pitchFamily="34" charset="0"/>
                <a:cs typeface="Lucida Sans Unicode"/>
              </a:rPr>
              <a:t> </a:t>
            </a:r>
            <a:r>
              <a:rPr sz="1950" spc="-10" dirty="0">
                <a:solidFill>
                  <a:srgbClr val="2C3148"/>
                </a:solidFill>
                <a:latin typeface="Trebuchet MS" panose="020B0603020202020204" pitchFamily="34" charset="0"/>
                <a:cs typeface="Lucida Sans Unicode"/>
              </a:rPr>
              <a:t>Learning</a:t>
            </a:r>
            <a:endParaRPr sz="1950" dirty="0">
              <a:latin typeface="Trebuchet MS" panose="020B0603020202020204" pitchFamily="34" charset="0"/>
              <a:cs typeface="Lucida Sans Unicode"/>
            </a:endParaRPr>
          </a:p>
          <a:p>
            <a:pPr marL="12700" marR="5080">
              <a:lnSpc>
                <a:spcPct val="131100"/>
              </a:lnSpc>
              <a:spcBef>
                <a:spcPts val="855"/>
              </a:spcBef>
            </a:pPr>
            <a:r>
              <a:rPr sz="15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Easy</a:t>
            </a:r>
            <a:r>
              <a:rPr sz="15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1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to</a:t>
            </a:r>
            <a:r>
              <a:rPr sz="1550" spc="-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understand</a:t>
            </a:r>
            <a:r>
              <a:rPr sz="15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155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use</a:t>
            </a:r>
            <a:r>
              <a:rPr sz="15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machine </a:t>
            </a:r>
            <a:r>
              <a:rPr sz="15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learning</a:t>
            </a:r>
            <a:r>
              <a:rPr sz="1550" spc="-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5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libraries.</a:t>
            </a:r>
            <a:endParaRPr sz="1550" dirty="0">
              <a:latin typeface="Trebuchet MS" panose="020B0603020202020204" pitchFamily="34" charset="0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69712" y="185204"/>
            <a:ext cx="3172460" cy="507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150" spc="-114" dirty="0"/>
              <a:t>History</a:t>
            </a:r>
            <a:r>
              <a:rPr sz="3150" spc="-280" dirty="0"/>
              <a:t> </a:t>
            </a:r>
            <a:r>
              <a:rPr sz="3150" spc="-100" dirty="0"/>
              <a:t>of</a:t>
            </a:r>
            <a:r>
              <a:rPr sz="3150" spc="-245" dirty="0"/>
              <a:t> </a:t>
            </a:r>
            <a:r>
              <a:rPr sz="3150" spc="-10" dirty="0"/>
              <a:t>Python</a:t>
            </a:r>
            <a:endParaRPr sz="3150" dirty="0"/>
          </a:p>
        </p:txBody>
      </p:sp>
      <p:grpSp>
        <p:nvGrpSpPr>
          <p:cNvPr id="3" name="object 3"/>
          <p:cNvGrpSpPr/>
          <p:nvPr/>
        </p:nvGrpSpPr>
        <p:grpSpPr>
          <a:xfrm>
            <a:off x="6659772" y="1217811"/>
            <a:ext cx="831215" cy="6515100"/>
            <a:chOff x="6670167" y="1271524"/>
            <a:chExt cx="831215" cy="6515100"/>
          </a:xfrm>
        </p:grpSpPr>
        <p:sp>
          <p:nvSpPr>
            <p:cNvPr id="4" name="object 4"/>
            <p:cNvSpPr/>
            <p:nvPr/>
          </p:nvSpPr>
          <p:spPr>
            <a:xfrm>
              <a:off x="6670167" y="1275333"/>
              <a:ext cx="656590" cy="6511290"/>
            </a:xfrm>
            <a:custGeom>
              <a:avLst/>
              <a:gdLst/>
              <a:ahLst/>
              <a:cxnLst/>
              <a:rect l="l" t="t" r="r" b="b"/>
              <a:pathLst>
                <a:path w="656590" h="6511290">
                  <a:moveTo>
                    <a:pt x="485775" y="175768"/>
                  </a:moveTo>
                  <a:lnTo>
                    <a:pt x="480568" y="170688"/>
                  </a:lnTo>
                  <a:lnTo>
                    <a:pt x="5080" y="170688"/>
                  </a:lnTo>
                  <a:lnTo>
                    <a:pt x="0" y="175768"/>
                  </a:lnTo>
                  <a:lnTo>
                    <a:pt x="0" y="182118"/>
                  </a:lnTo>
                  <a:lnTo>
                    <a:pt x="0" y="188468"/>
                  </a:lnTo>
                  <a:lnTo>
                    <a:pt x="5080" y="193548"/>
                  </a:lnTo>
                  <a:lnTo>
                    <a:pt x="480568" y="193548"/>
                  </a:lnTo>
                  <a:lnTo>
                    <a:pt x="485775" y="188468"/>
                  </a:lnTo>
                  <a:lnTo>
                    <a:pt x="485775" y="175768"/>
                  </a:lnTo>
                  <a:close/>
                </a:path>
                <a:path w="656590" h="6511290">
                  <a:moveTo>
                    <a:pt x="656463" y="5080"/>
                  </a:moveTo>
                  <a:lnTo>
                    <a:pt x="651383" y="0"/>
                  </a:lnTo>
                  <a:lnTo>
                    <a:pt x="638683" y="0"/>
                  </a:lnTo>
                  <a:lnTo>
                    <a:pt x="633603" y="5080"/>
                  </a:lnTo>
                  <a:lnTo>
                    <a:pt x="633603" y="11430"/>
                  </a:lnTo>
                  <a:lnTo>
                    <a:pt x="633603" y="6505765"/>
                  </a:lnTo>
                  <a:lnTo>
                    <a:pt x="638683" y="6510871"/>
                  </a:lnTo>
                  <a:lnTo>
                    <a:pt x="651383" y="6510871"/>
                  </a:lnTo>
                  <a:lnTo>
                    <a:pt x="656463" y="6505765"/>
                  </a:lnTo>
                  <a:lnTo>
                    <a:pt x="656463" y="5080"/>
                  </a:lnTo>
                  <a:close/>
                </a:path>
              </a:pathLst>
            </a:custGeom>
            <a:solidFill>
              <a:srgbClr val="C5D2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33082" y="1275334"/>
              <a:ext cx="364490" cy="364490"/>
            </a:xfrm>
            <a:custGeom>
              <a:avLst/>
              <a:gdLst/>
              <a:ahLst/>
              <a:cxnLst/>
              <a:rect l="l" t="t" r="r" b="b"/>
              <a:pathLst>
                <a:path w="364490" h="364489">
                  <a:moveTo>
                    <a:pt x="296291" y="0"/>
                  </a:moveTo>
                  <a:lnTo>
                    <a:pt x="67945" y="0"/>
                  </a:lnTo>
                  <a:lnTo>
                    <a:pt x="41469" y="5330"/>
                  </a:lnTo>
                  <a:lnTo>
                    <a:pt x="19875" y="19875"/>
                  </a:lnTo>
                  <a:lnTo>
                    <a:pt x="5330" y="41469"/>
                  </a:lnTo>
                  <a:lnTo>
                    <a:pt x="0" y="67945"/>
                  </a:lnTo>
                  <a:lnTo>
                    <a:pt x="0" y="296291"/>
                  </a:lnTo>
                  <a:lnTo>
                    <a:pt x="5330" y="322766"/>
                  </a:lnTo>
                  <a:lnTo>
                    <a:pt x="19875" y="344360"/>
                  </a:lnTo>
                  <a:lnTo>
                    <a:pt x="41469" y="358905"/>
                  </a:lnTo>
                  <a:lnTo>
                    <a:pt x="67945" y="364236"/>
                  </a:lnTo>
                  <a:lnTo>
                    <a:pt x="296291" y="364236"/>
                  </a:lnTo>
                  <a:lnTo>
                    <a:pt x="322766" y="358905"/>
                  </a:lnTo>
                  <a:lnTo>
                    <a:pt x="344360" y="344360"/>
                  </a:lnTo>
                  <a:lnTo>
                    <a:pt x="358905" y="322766"/>
                  </a:lnTo>
                  <a:lnTo>
                    <a:pt x="364236" y="296291"/>
                  </a:lnTo>
                  <a:lnTo>
                    <a:pt x="364236" y="67945"/>
                  </a:lnTo>
                  <a:lnTo>
                    <a:pt x="358905" y="41469"/>
                  </a:lnTo>
                  <a:lnTo>
                    <a:pt x="344360" y="19875"/>
                  </a:lnTo>
                  <a:lnTo>
                    <a:pt x="322766" y="5330"/>
                  </a:lnTo>
                  <a:lnTo>
                    <a:pt x="296291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33082" y="1275334"/>
              <a:ext cx="364490" cy="364490"/>
            </a:xfrm>
            <a:custGeom>
              <a:avLst/>
              <a:gdLst/>
              <a:ahLst/>
              <a:cxnLst/>
              <a:rect l="l" t="t" r="r" b="b"/>
              <a:pathLst>
                <a:path w="364490" h="364489">
                  <a:moveTo>
                    <a:pt x="0" y="67945"/>
                  </a:moveTo>
                  <a:lnTo>
                    <a:pt x="5330" y="41469"/>
                  </a:lnTo>
                  <a:lnTo>
                    <a:pt x="19875" y="19875"/>
                  </a:lnTo>
                  <a:lnTo>
                    <a:pt x="41469" y="5330"/>
                  </a:lnTo>
                  <a:lnTo>
                    <a:pt x="67945" y="0"/>
                  </a:lnTo>
                  <a:lnTo>
                    <a:pt x="296291" y="0"/>
                  </a:lnTo>
                  <a:lnTo>
                    <a:pt x="322766" y="5330"/>
                  </a:lnTo>
                  <a:lnTo>
                    <a:pt x="344360" y="19875"/>
                  </a:lnTo>
                  <a:lnTo>
                    <a:pt x="358905" y="41469"/>
                  </a:lnTo>
                  <a:lnTo>
                    <a:pt x="364236" y="67945"/>
                  </a:lnTo>
                  <a:lnTo>
                    <a:pt x="364236" y="296291"/>
                  </a:lnTo>
                  <a:lnTo>
                    <a:pt x="358905" y="322766"/>
                  </a:lnTo>
                  <a:lnTo>
                    <a:pt x="344360" y="344360"/>
                  </a:lnTo>
                  <a:lnTo>
                    <a:pt x="322766" y="358905"/>
                  </a:lnTo>
                  <a:lnTo>
                    <a:pt x="296291" y="364236"/>
                  </a:lnTo>
                  <a:lnTo>
                    <a:pt x="67945" y="364236"/>
                  </a:lnTo>
                  <a:lnTo>
                    <a:pt x="41469" y="358905"/>
                  </a:lnTo>
                  <a:lnTo>
                    <a:pt x="19875" y="344360"/>
                  </a:lnTo>
                  <a:lnTo>
                    <a:pt x="5330" y="322766"/>
                  </a:lnTo>
                  <a:lnTo>
                    <a:pt x="0" y="296291"/>
                  </a:lnTo>
                  <a:lnTo>
                    <a:pt x="0" y="67945"/>
                  </a:lnTo>
                  <a:close/>
                </a:path>
              </a:pathLst>
            </a:custGeom>
            <a:ln w="7620">
              <a:solidFill>
                <a:srgbClr val="C5D2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265669" y="1232408"/>
            <a:ext cx="9906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675" dirty="0">
                <a:solidFill>
                  <a:srgbClr val="2C3148"/>
                </a:solidFill>
                <a:latin typeface="Lucida Sans Unicode"/>
                <a:cs typeface="Lucida Sans Unicode"/>
              </a:rPr>
              <a:t>1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2244" y="1312290"/>
            <a:ext cx="5836920" cy="845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1550" spc="-20" dirty="0">
                <a:solidFill>
                  <a:srgbClr val="2C3148"/>
                </a:solidFill>
                <a:latin typeface="Trebuchet MS" panose="020B0603020202020204" pitchFamily="34" charset="0"/>
                <a:cs typeface="Lucida Sans Unicode"/>
              </a:rPr>
              <a:t>1980</a:t>
            </a:r>
            <a:endParaRPr sz="1550" dirty="0">
              <a:latin typeface="Trebuchet MS" panose="020B0603020202020204" pitchFamily="34" charset="0"/>
              <a:cs typeface="Lucida Sans Unicode"/>
            </a:endParaRPr>
          </a:p>
          <a:p>
            <a:pPr marR="6985" algn="r">
              <a:lnSpc>
                <a:spcPct val="100000"/>
              </a:lnSpc>
              <a:spcBef>
                <a:spcPts val="1140"/>
              </a:spcBef>
            </a:pPr>
            <a:r>
              <a:rPr sz="12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Designed</a:t>
            </a:r>
            <a:r>
              <a:rPr sz="12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2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by</a:t>
            </a:r>
            <a:r>
              <a:rPr sz="12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250" b="1" spc="-2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Guido</a:t>
            </a:r>
            <a:r>
              <a:rPr sz="1250" b="1" spc="-1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2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Van </a:t>
            </a:r>
            <a:r>
              <a:rPr sz="1250" b="1" spc="-3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Rossum</a:t>
            </a:r>
            <a:r>
              <a:rPr sz="1250" b="1" spc="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2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at</a:t>
            </a:r>
            <a:r>
              <a:rPr sz="12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2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Centrum</a:t>
            </a:r>
            <a:r>
              <a:rPr sz="12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2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Wiskunde</a:t>
            </a:r>
            <a:r>
              <a:rPr sz="12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&amp;</a:t>
            </a:r>
            <a:r>
              <a:rPr sz="12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2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Informatica</a:t>
            </a:r>
            <a:r>
              <a:rPr sz="125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2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(CWI)</a:t>
            </a:r>
            <a:r>
              <a:rPr sz="12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2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in</a:t>
            </a:r>
            <a:endParaRPr sz="1250" dirty="0">
              <a:latin typeface="Trebuchet MS" panose="020B0603020202020204" pitchFamily="34" charset="0"/>
              <a:cs typeface="Microsoft Sans Serif"/>
            </a:endParaRPr>
          </a:p>
          <a:p>
            <a:pPr marR="7620" algn="r">
              <a:lnSpc>
                <a:spcPct val="100000"/>
              </a:lnSpc>
              <a:spcBef>
                <a:spcPts val="455"/>
              </a:spcBef>
            </a:pPr>
            <a:r>
              <a:rPr sz="125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2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Netherlands.</a:t>
            </a:r>
            <a:endParaRPr sz="1250" dirty="0">
              <a:latin typeface="Trebuchet MS" panose="020B0603020202020204" pitchFamily="34" charset="0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129271" y="2243201"/>
            <a:ext cx="831215" cy="372110"/>
            <a:chOff x="7129271" y="2243201"/>
            <a:chExt cx="831215" cy="372110"/>
          </a:xfrm>
        </p:grpSpPr>
        <p:sp>
          <p:nvSpPr>
            <p:cNvPr id="10" name="object 10"/>
            <p:cNvSpPr/>
            <p:nvPr/>
          </p:nvSpPr>
          <p:spPr>
            <a:xfrm>
              <a:off x="7474457" y="2417699"/>
              <a:ext cx="485775" cy="22860"/>
            </a:xfrm>
            <a:custGeom>
              <a:avLst/>
              <a:gdLst/>
              <a:ahLst/>
              <a:cxnLst/>
              <a:rect l="l" t="t" r="r" b="b"/>
              <a:pathLst>
                <a:path w="485775" h="22860">
                  <a:moveTo>
                    <a:pt x="480695" y="0"/>
                  </a:moveTo>
                  <a:lnTo>
                    <a:pt x="5207" y="0"/>
                  </a:lnTo>
                  <a:lnTo>
                    <a:pt x="0" y="5079"/>
                  </a:lnTo>
                  <a:lnTo>
                    <a:pt x="0" y="11429"/>
                  </a:lnTo>
                  <a:lnTo>
                    <a:pt x="0" y="17779"/>
                  </a:lnTo>
                  <a:lnTo>
                    <a:pt x="5207" y="22860"/>
                  </a:lnTo>
                  <a:lnTo>
                    <a:pt x="480695" y="22860"/>
                  </a:lnTo>
                  <a:lnTo>
                    <a:pt x="485775" y="17779"/>
                  </a:lnTo>
                  <a:lnTo>
                    <a:pt x="485775" y="5079"/>
                  </a:lnTo>
                  <a:lnTo>
                    <a:pt x="480695" y="0"/>
                  </a:lnTo>
                  <a:close/>
                </a:path>
              </a:pathLst>
            </a:custGeom>
            <a:solidFill>
              <a:srgbClr val="C5D2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33081" y="2247011"/>
              <a:ext cx="364490" cy="364490"/>
            </a:xfrm>
            <a:custGeom>
              <a:avLst/>
              <a:gdLst/>
              <a:ahLst/>
              <a:cxnLst/>
              <a:rect l="l" t="t" r="r" b="b"/>
              <a:pathLst>
                <a:path w="364490" h="364489">
                  <a:moveTo>
                    <a:pt x="296291" y="0"/>
                  </a:moveTo>
                  <a:lnTo>
                    <a:pt x="67945" y="0"/>
                  </a:lnTo>
                  <a:lnTo>
                    <a:pt x="41469" y="5330"/>
                  </a:lnTo>
                  <a:lnTo>
                    <a:pt x="19875" y="19875"/>
                  </a:lnTo>
                  <a:lnTo>
                    <a:pt x="5330" y="41469"/>
                  </a:lnTo>
                  <a:lnTo>
                    <a:pt x="0" y="67944"/>
                  </a:lnTo>
                  <a:lnTo>
                    <a:pt x="0" y="296290"/>
                  </a:lnTo>
                  <a:lnTo>
                    <a:pt x="5330" y="322712"/>
                  </a:lnTo>
                  <a:lnTo>
                    <a:pt x="19875" y="344312"/>
                  </a:lnTo>
                  <a:lnTo>
                    <a:pt x="41469" y="358888"/>
                  </a:lnTo>
                  <a:lnTo>
                    <a:pt x="67945" y="364236"/>
                  </a:lnTo>
                  <a:lnTo>
                    <a:pt x="296291" y="364236"/>
                  </a:lnTo>
                  <a:lnTo>
                    <a:pt x="322766" y="358888"/>
                  </a:lnTo>
                  <a:lnTo>
                    <a:pt x="344360" y="344312"/>
                  </a:lnTo>
                  <a:lnTo>
                    <a:pt x="358905" y="322712"/>
                  </a:lnTo>
                  <a:lnTo>
                    <a:pt x="364236" y="296290"/>
                  </a:lnTo>
                  <a:lnTo>
                    <a:pt x="364236" y="67944"/>
                  </a:lnTo>
                  <a:lnTo>
                    <a:pt x="358905" y="41469"/>
                  </a:lnTo>
                  <a:lnTo>
                    <a:pt x="344360" y="19875"/>
                  </a:lnTo>
                  <a:lnTo>
                    <a:pt x="322766" y="5330"/>
                  </a:lnTo>
                  <a:lnTo>
                    <a:pt x="296291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133081" y="2247011"/>
              <a:ext cx="364490" cy="364490"/>
            </a:xfrm>
            <a:custGeom>
              <a:avLst/>
              <a:gdLst/>
              <a:ahLst/>
              <a:cxnLst/>
              <a:rect l="l" t="t" r="r" b="b"/>
              <a:pathLst>
                <a:path w="364490" h="364489">
                  <a:moveTo>
                    <a:pt x="0" y="67944"/>
                  </a:moveTo>
                  <a:lnTo>
                    <a:pt x="5330" y="41469"/>
                  </a:lnTo>
                  <a:lnTo>
                    <a:pt x="19875" y="19875"/>
                  </a:lnTo>
                  <a:lnTo>
                    <a:pt x="41469" y="5330"/>
                  </a:lnTo>
                  <a:lnTo>
                    <a:pt x="67945" y="0"/>
                  </a:lnTo>
                  <a:lnTo>
                    <a:pt x="296291" y="0"/>
                  </a:lnTo>
                  <a:lnTo>
                    <a:pt x="322766" y="5330"/>
                  </a:lnTo>
                  <a:lnTo>
                    <a:pt x="344360" y="19875"/>
                  </a:lnTo>
                  <a:lnTo>
                    <a:pt x="358905" y="41469"/>
                  </a:lnTo>
                  <a:lnTo>
                    <a:pt x="364236" y="67944"/>
                  </a:lnTo>
                  <a:lnTo>
                    <a:pt x="364236" y="296290"/>
                  </a:lnTo>
                  <a:lnTo>
                    <a:pt x="358905" y="322712"/>
                  </a:lnTo>
                  <a:lnTo>
                    <a:pt x="344360" y="344312"/>
                  </a:lnTo>
                  <a:lnTo>
                    <a:pt x="322766" y="358888"/>
                  </a:lnTo>
                  <a:lnTo>
                    <a:pt x="296291" y="364236"/>
                  </a:lnTo>
                  <a:lnTo>
                    <a:pt x="67945" y="364236"/>
                  </a:lnTo>
                  <a:lnTo>
                    <a:pt x="41469" y="358888"/>
                  </a:lnTo>
                  <a:lnTo>
                    <a:pt x="19875" y="344312"/>
                  </a:lnTo>
                  <a:lnTo>
                    <a:pt x="5330" y="322712"/>
                  </a:lnTo>
                  <a:lnTo>
                    <a:pt x="0" y="296290"/>
                  </a:lnTo>
                  <a:lnTo>
                    <a:pt x="0" y="67944"/>
                  </a:lnTo>
                  <a:close/>
                </a:path>
              </a:pathLst>
            </a:custGeom>
            <a:ln w="7620">
              <a:solidFill>
                <a:srgbClr val="C5D2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241285" y="2204085"/>
            <a:ext cx="14732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305" dirty="0">
                <a:solidFill>
                  <a:srgbClr val="2C3148"/>
                </a:solidFill>
                <a:latin typeface="Lucida Sans Unicode"/>
                <a:cs typeface="Lucida Sans Unicode"/>
              </a:rPr>
              <a:t>2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13014" y="2284222"/>
            <a:ext cx="4850765" cy="590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spc="-20" dirty="0">
                <a:solidFill>
                  <a:srgbClr val="2C3148"/>
                </a:solidFill>
                <a:latin typeface="Trebuchet MS" panose="020B0603020202020204" pitchFamily="34" charset="0"/>
                <a:cs typeface="Lucida Sans Unicode"/>
              </a:rPr>
              <a:t>1990</a:t>
            </a:r>
            <a:endParaRPr sz="1550" dirty="0">
              <a:latin typeface="Trebuchet MS" panose="020B0603020202020204" pitchFamily="34" charset="0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2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Derived</a:t>
            </a:r>
            <a:r>
              <a:rPr sz="12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250" spc="9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from</a:t>
            </a:r>
            <a:r>
              <a:rPr sz="12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25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2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2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television</a:t>
            </a:r>
            <a:r>
              <a:rPr sz="12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2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series</a:t>
            </a:r>
            <a:r>
              <a:rPr sz="12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25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Monty</a:t>
            </a:r>
            <a:r>
              <a:rPr sz="12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2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Python's</a:t>
            </a:r>
            <a:r>
              <a:rPr sz="12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2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Flying</a:t>
            </a:r>
            <a:r>
              <a:rPr sz="12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2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Circus.</a:t>
            </a:r>
            <a:endParaRPr sz="1250" dirty="0">
              <a:latin typeface="Trebuchet MS" panose="020B0603020202020204" pitchFamily="34" charset="0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670167" y="3080639"/>
            <a:ext cx="831215" cy="372110"/>
            <a:chOff x="6670167" y="3080639"/>
            <a:chExt cx="831215" cy="372110"/>
          </a:xfrm>
        </p:grpSpPr>
        <p:sp>
          <p:nvSpPr>
            <p:cNvPr id="16" name="object 16"/>
            <p:cNvSpPr/>
            <p:nvPr/>
          </p:nvSpPr>
          <p:spPr>
            <a:xfrm>
              <a:off x="6670167" y="3255137"/>
              <a:ext cx="485775" cy="22860"/>
            </a:xfrm>
            <a:custGeom>
              <a:avLst/>
              <a:gdLst/>
              <a:ahLst/>
              <a:cxnLst/>
              <a:rect l="l" t="t" r="r" b="b"/>
              <a:pathLst>
                <a:path w="485775" h="22860">
                  <a:moveTo>
                    <a:pt x="480567" y="0"/>
                  </a:moveTo>
                  <a:lnTo>
                    <a:pt x="5079" y="0"/>
                  </a:lnTo>
                  <a:lnTo>
                    <a:pt x="0" y="5207"/>
                  </a:lnTo>
                  <a:lnTo>
                    <a:pt x="0" y="11429"/>
                  </a:lnTo>
                  <a:lnTo>
                    <a:pt x="0" y="17779"/>
                  </a:lnTo>
                  <a:lnTo>
                    <a:pt x="5079" y="22860"/>
                  </a:lnTo>
                  <a:lnTo>
                    <a:pt x="480567" y="22860"/>
                  </a:lnTo>
                  <a:lnTo>
                    <a:pt x="485775" y="17779"/>
                  </a:lnTo>
                  <a:lnTo>
                    <a:pt x="485775" y="5207"/>
                  </a:lnTo>
                  <a:lnTo>
                    <a:pt x="480567" y="0"/>
                  </a:lnTo>
                  <a:close/>
                </a:path>
              </a:pathLst>
            </a:custGeom>
            <a:solidFill>
              <a:srgbClr val="C5D2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133082" y="3084449"/>
              <a:ext cx="364490" cy="364490"/>
            </a:xfrm>
            <a:custGeom>
              <a:avLst/>
              <a:gdLst/>
              <a:ahLst/>
              <a:cxnLst/>
              <a:rect l="l" t="t" r="r" b="b"/>
              <a:pathLst>
                <a:path w="364490" h="364489">
                  <a:moveTo>
                    <a:pt x="296291" y="0"/>
                  </a:moveTo>
                  <a:lnTo>
                    <a:pt x="67945" y="0"/>
                  </a:lnTo>
                  <a:lnTo>
                    <a:pt x="41469" y="5347"/>
                  </a:lnTo>
                  <a:lnTo>
                    <a:pt x="19875" y="19923"/>
                  </a:lnTo>
                  <a:lnTo>
                    <a:pt x="5330" y="41523"/>
                  </a:lnTo>
                  <a:lnTo>
                    <a:pt x="0" y="67945"/>
                  </a:lnTo>
                  <a:lnTo>
                    <a:pt x="0" y="296290"/>
                  </a:lnTo>
                  <a:lnTo>
                    <a:pt x="5330" y="322786"/>
                  </a:lnTo>
                  <a:lnTo>
                    <a:pt x="19875" y="344424"/>
                  </a:lnTo>
                  <a:lnTo>
                    <a:pt x="41469" y="359013"/>
                  </a:lnTo>
                  <a:lnTo>
                    <a:pt x="67945" y="364363"/>
                  </a:lnTo>
                  <a:lnTo>
                    <a:pt x="296291" y="364363"/>
                  </a:lnTo>
                  <a:lnTo>
                    <a:pt x="322766" y="359013"/>
                  </a:lnTo>
                  <a:lnTo>
                    <a:pt x="344360" y="344424"/>
                  </a:lnTo>
                  <a:lnTo>
                    <a:pt x="358905" y="322786"/>
                  </a:lnTo>
                  <a:lnTo>
                    <a:pt x="364236" y="296290"/>
                  </a:lnTo>
                  <a:lnTo>
                    <a:pt x="364236" y="67945"/>
                  </a:lnTo>
                  <a:lnTo>
                    <a:pt x="358905" y="41523"/>
                  </a:lnTo>
                  <a:lnTo>
                    <a:pt x="344360" y="19923"/>
                  </a:lnTo>
                  <a:lnTo>
                    <a:pt x="322766" y="5347"/>
                  </a:lnTo>
                  <a:lnTo>
                    <a:pt x="296291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133082" y="3084449"/>
              <a:ext cx="364490" cy="364490"/>
            </a:xfrm>
            <a:custGeom>
              <a:avLst/>
              <a:gdLst/>
              <a:ahLst/>
              <a:cxnLst/>
              <a:rect l="l" t="t" r="r" b="b"/>
              <a:pathLst>
                <a:path w="364490" h="364489">
                  <a:moveTo>
                    <a:pt x="0" y="67945"/>
                  </a:moveTo>
                  <a:lnTo>
                    <a:pt x="5330" y="41523"/>
                  </a:lnTo>
                  <a:lnTo>
                    <a:pt x="19875" y="19923"/>
                  </a:lnTo>
                  <a:lnTo>
                    <a:pt x="41469" y="5347"/>
                  </a:lnTo>
                  <a:lnTo>
                    <a:pt x="67945" y="0"/>
                  </a:lnTo>
                  <a:lnTo>
                    <a:pt x="296291" y="0"/>
                  </a:lnTo>
                  <a:lnTo>
                    <a:pt x="322766" y="5347"/>
                  </a:lnTo>
                  <a:lnTo>
                    <a:pt x="344360" y="19923"/>
                  </a:lnTo>
                  <a:lnTo>
                    <a:pt x="358905" y="41523"/>
                  </a:lnTo>
                  <a:lnTo>
                    <a:pt x="364236" y="67945"/>
                  </a:lnTo>
                  <a:lnTo>
                    <a:pt x="364236" y="296290"/>
                  </a:lnTo>
                  <a:lnTo>
                    <a:pt x="358905" y="322786"/>
                  </a:lnTo>
                  <a:lnTo>
                    <a:pt x="344360" y="344424"/>
                  </a:lnTo>
                  <a:lnTo>
                    <a:pt x="322766" y="359013"/>
                  </a:lnTo>
                  <a:lnTo>
                    <a:pt x="296291" y="364363"/>
                  </a:lnTo>
                  <a:lnTo>
                    <a:pt x="67945" y="364363"/>
                  </a:lnTo>
                  <a:lnTo>
                    <a:pt x="41469" y="359013"/>
                  </a:lnTo>
                  <a:lnTo>
                    <a:pt x="19875" y="344424"/>
                  </a:lnTo>
                  <a:lnTo>
                    <a:pt x="5330" y="322786"/>
                  </a:lnTo>
                  <a:lnTo>
                    <a:pt x="0" y="296290"/>
                  </a:lnTo>
                  <a:lnTo>
                    <a:pt x="0" y="67945"/>
                  </a:lnTo>
                  <a:close/>
                </a:path>
              </a:pathLst>
            </a:custGeom>
            <a:ln w="7620">
              <a:solidFill>
                <a:srgbClr val="C5D2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241285" y="3041649"/>
            <a:ext cx="14922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175" dirty="0">
                <a:solidFill>
                  <a:srgbClr val="2C3148"/>
                </a:solidFill>
                <a:latin typeface="Lucida Sans Unicode"/>
                <a:cs typeface="Lucida Sans Unicode"/>
              </a:rPr>
              <a:t>3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74640" y="3121913"/>
            <a:ext cx="4244143" cy="5841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1550" spc="-330" dirty="0">
                <a:solidFill>
                  <a:srgbClr val="2C3148"/>
                </a:solidFill>
                <a:latin typeface="Trebuchet MS" panose="020B0603020202020204" pitchFamily="34" charset="0"/>
                <a:cs typeface="Lucida Sans Unicode"/>
              </a:rPr>
              <a:t>1991</a:t>
            </a:r>
            <a:endParaRPr sz="1550" dirty="0">
              <a:latin typeface="Trebuchet MS" panose="020B0603020202020204" pitchFamily="34" charset="0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2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First</a:t>
            </a:r>
            <a:r>
              <a:rPr sz="12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2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release</a:t>
            </a:r>
            <a:r>
              <a:rPr sz="1250" spc="9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of</a:t>
            </a:r>
            <a:r>
              <a:rPr sz="12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2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Python</a:t>
            </a:r>
            <a:r>
              <a:rPr sz="1250" spc="1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25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with</a:t>
            </a:r>
            <a:r>
              <a:rPr sz="1250" spc="9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2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version</a:t>
            </a:r>
            <a:r>
              <a:rPr sz="1250" spc="1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250" b="1" spc="-1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0.9.0</a:t>
            </a:r>
            <a:r>
              <a:rPr sz="12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.</a:t>
            </a:r>
            <a:endParaRPr sz="1250" dirty="0">
              <a:latin typeface="Trebuchet MS" panose="020B0603020202020204" pitchFamily="34" charset="0"/>
              <a:cs typeface="Microsoft Sans Serif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129271" y="3918203"/>
            <a:ext cx="831215" cy="372110"/>
            <a:chOff x="7129271" y="3918203"/>
            <a:chExt cx="831215" cy="372110"/>
          </a:xfrm>
        </p:grpSpPr>
        <p:sp>
          <p:nvSpPr>
            <p:cNvPr id="22" name="object 22"/>
            <p:cNvSpPr/>
            <p:nvPr/>
          </p:nvSpPr>
          <p:spPr>
            <a:xfrm>
              <a:off x="7474457" y="4092828"/>
              <a:ext cx="485775" cy="22860"/>
            </a:xfrm>
            <a:custGeom>
              <a:avLst/>
              <a:gdLst/>
              <a:ahLst/>
              <a:cxnLst/>
              <a:rect l="l" t="t" r="r" b="b"/>
              <a:pathLst>
                <a:path w="485775" h="22860">
                  <a:moveTo>
                    <a:pt x="480695" y="0"/>
                  </a:moveTo>
                  <a:lnTo>
                    <a:pt x="5207" y="0"/>
                  </a:lnTo>
                  <a:lnTo>
                    <a:pt x="0" y="5080"/>
                  </a:lnTo>
                  <a:lnTo>
                    <a:pt x="0" y="11430"/>
                  </a:lnTo>
                  <a:lnTo>
                    <a:pt x="0" y="17653"/>
                  </a:lnTo>
                  <a:lnTo>
                    <a:pt x="5207" y="22860"/>
                  </a:lnTo>
                  <a:lnTo>
                    <a:pt x="480695" y="22860"/>
                  </a:lnTo>
                  <a:lnTo>
                    <a:pt x="485775" y="17653"/>
                  </a:lnTo>
                  <a:lnTo>
                    <a:pt x="485775" y="5080"/>
                  </a:lnTo>
                  <a:lnTo>
                    <a:pt x="480695" y="0"/>
                  </a:lnTo>
                  <a:close/>
                </a:path>
              </a:pathLst>
            </a:custGeom>
            <a:solidFill>
              <a:srgbClr val="C5D2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133081" y="3922013"/>
              <a:ext cx="364490" cy="364490"/>
            </a:xfrm>
            <a:custGeom>
              <a:avLst/>
              <a:gdLst/>
              <a:ahLst/>
              <a:cxnLst/>
              <a:rect l="l" t="t" r="r" b="b"/>
              <a:pathLst>
                <a:path w="364490" h="364489">
                  <a:moveTo>
                    <a:pt x="296291" y="0"/>
                  </a:moveTo>
                  <a:lnTo>
                    <a:pt x="67945" y="0"/>
                  </a:lnTo>
                  <a:lnTo>
                    <a:pt x="41469" y="5349"/>
                  </a:lnTo>
                  <a:lnTo>
                    <a:pt x="19875" y="19938"/>
                  </a:lnTo>
                  <a:lnTo>
                    <a:pt x="5330" y="41576"/>
                  </a:lnTo>
                  <a:lnTo>
                    <a:pt x="0" y="68072"/>
                  </a:lnTo>
                  <a:lnTo>
                    <a:pt x="0" y="296290"/>
                  </a:lnTo>
                  <a:lnTo>
                    <a:pt x="5330" y="322786"/>
                  </a:lnTo>
                  <a:lnTo>
                    <a:pt x="19875" y="344424"/>
                  </a:lnTo>
                  <a:lnTo>
                    <a:pt x="41469" y="359013"/>
                  </a:lnTo>
                  <a:lnTo>
                    <a:pt x="67945" y="364363"/>
                  </a:lnTo>
                  <a:lnTo>
                    <a:pt x="296291" y="364363"/>
                  </a:lnTo>
                  <a:lnTo>
                    <a:pt x="322766" y="359013"/>
                  </a:lnTo>
                  <a:lnTo>
                    <a:pt x="344360" y="344424"/>
                  </a:lnTo>
                  <a:lnTo>
                    <a:pt x="358905" y="322786"/>
                  </a:lnTo>
                  <a:lnTo>
                    <a:pt x="364236" y="296290"/>
                  </a:lnTo>
                  <a:lnTo>
                    <a:pt x="364236" y="68072"/>
                  </a:lnTo>
                  <a:lnTo>
                    <a:pt x="358905" y="41576"/>
                  </a:lnTo>
                  <a:lnTo>
                    <a:pt x="344360" y="19938"/>
                  </a:lnTo>
                  <a:lnTo>
                    <a:pt x="322766" y="5349"/>
                  </a:lnTo>
                  <a:lnTo>
                    <a:pt x="296291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133081" y="3922013"/>
              <a:ext cx="364490" cy="364490"/>
            </a:xfrm>
            <a:custGeom>
              <a:avLst/>
              <a:gdLst/>
              <a:ahLst/>
              <a:cxnLst/>
              <a:rect l="l" t="t" r="r" b="b"/>
              <a:pathLst>
                <a:path w="364490" h="364489">
                  <a:moveTo>
                    <a:pt x="0" y="68072"/>
                  </a:moveTo>
                  <a:lnTo>
                    <a:pt x="5330" y="41576"/>
                  </a:lnTo>
                  <a:lnTo>
                    <a:pt x="19875" y="19938"/>
                  </a:lnTo>
                  <a:lnTo>
                    <a:pt x="41469" y="5349"/>
                  </a:lnTo>
                  <a:lnTo>
                    <a:pt x="67945" y="0"/>
                  </a:lnTo>
                  <a:lnTo>
                    <a:pt x="296291" y="0"/>
                  </a:lnTo>
                  <a:lnTo>
                    <a:pt x="322766" y="5349"/>
                  </a:lnTo>
                  <a:lnTo>
                    <a:pt x="344360" y="19938"/>
                  </a:lnTo>
                  <a:lnTo>
                    <a:pt x="358905" y="41576"/>
                  </a:lnTo>
                  <a:lnTo>
                    <a:pt x="364236" y="68072"/>
                  </a:lnTo>
                  <a:lnTo>
                    <a:pt x="364236" y="296290"/>
                  </a:lnTo>
                  <a:lnTo>
                    <a:pt x="358905" y="322786"/>
                  </a:lnTo>
                  <a:lnTo>
                    <a:pt x="344360" y="344424"/>
                  </a:lnTo>
                  <a:lnTo>
                    <a:pt x="322766" y="359013"/>
                  </a:lnTo>
                  <a:lnTo>
                    <a:pt x="296291" y="364363"/>
                  </a:lnTo>
                  <a:lnTo>
                    <a:pt x="67945" y="364363"/>
                  </a:lnTo>
                  <a:lnTo>
                    <a:pt x="41469" y="359013"/>
                  </a:lnTo>
                  <a:lnTo>
                    <a:pt x="19875" y="344424"/>
                  </a:lnTo>
                  <a:lnTo>
                    <a:pt x="5330" y="322786"/>
                  </a:lnTo>
                  <a:lnTo>
                    <a:pt x="0" y="296290"/>
                  </a:lnTo>
                  <a:lnTo>
                    <a:pt x="0" y="68072"/>
                  </a:lnTo>
                  <a:close/>
                </a:path>
              </a:pathLst>
            </a:custGeom>
            <a:ln w="7620">
              <a:solidFill>
                <a:srgbClr val="C5D2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238238" y="3879596"/>
            <a:ext cx="15621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120" dirty="0">
                <a:solidFill>
                  <a:srgbClr val="2C3148"/>
                </a:solidFill>
                <a:latin typeface="Lucida Sans Unicode"/>
                <a:cs typeface="Lucida Sans Unicode"/>
              </a:rPr>
              <a:t>4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113014" y="3959732"/>
            <a:ext cx="2258695" cy="590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spc="-20" dirty="0">
                <a:solidFill>
                  <a:srgbClr val="2C3148"/>
                </a:solidFill>
                <a:latin typeface="Trebuchet MS" panose="020B0603020202020204" pitchFamily="34" charset="0"/>
                <a:cs typeface="Lucida Sans Unicode"/>
              </a:rPr>
              <a:t>1994</a:t>
            </a:r>
            <a:endParaRPr sz="1550" dirty="0">
              <a:latin typeface="Trebuchet MS" panose="020B0603020202020204" pitchFamily="34" charset="0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2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Python</a:t>
            </a:r>
            <a:r>
              <a:rPr sz="125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2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version</a:t>
            </a:r>
            <a:r>
              <a:rPr sz="12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2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1.0</a:t>
            </a:r>
            <a:r>
              <a:rPr sz="1250" b="1" spc="3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2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is</a:t>
            </a:r>
            <a:r>
              <a:rPr sz="12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2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released</a:t>
            </a:r>
            <a:endParaRPr sz="1250" dirty="0">
              <a:latin typeface="Trebuchet MS" panose="020B0603020202020204" pitchFamily="34" charset="0"/>
              <a:cs typeface="Microsoft Sans Serif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670167" y="4755769"/>
            <a:ext cx="831215" cy="372110"/>
            <a:chOff x="6670167" y="4755769"/>
            <a:chExt cx="831215" cy="372110"/>
          </a:xfrm>
        </p:grpSpPr>
        <p:sp>
          <p:nvSpPr>
            <p:cNvPr id="28" name="object 28"/>
            <p:cNvSpPr/>
            <p:nvPr/>
          </p:nvSpPr>
          <p:spPr>
            <a:xfrm>
              <a:off x="6670167" y="4930394"/>
              <a:ext cx="485775" cy="22860"/>
            </a:xfrm>
            <a:custGeom>
              <a:avLst/>
              <a:gdLst/>
              <a:ahLst/>
              <a:cxnLst/>
              <a:rect l="l" t="t" r="r" b="b"/>
              <a:pathLst>
                <a:path w="485775" h="22860">
                  <a:moveTo>
                    <a:pt x="480567" y="0"/>
                  </a:moveTo>
                  <a:lnTo>
                    <a:pt x="5079" y="0"/>
                  </a:lnTo>
                  <a:lnTo>
                    <a:pt x="0" y="5079"/>
                  </a:lnTo>
                  <a:lnTo>
                    <a:pt x="0" y="11429"/>
                  </a:lnTo>
                  <a:lnTo>
                    <a:pt x="0" y="17779"/>
                  </a:lnTo>
                  <a:lnTo>
                    <a:pt x="5079" y="22859"/>
                  </a:lnTo>
                  <a:lnTo>
                    <a:pt x="480567" y="22859"/>
                  </a:lnTo>
                  <a:lnTo>
                    <a:pt x="485775" y="17779"/>
                  </a:lnTo>
                  <a:lnTo>
                    <a:pt x="485775" y="5079"/>
                  </a:lnTo>
                  <a:lnTo>
                    <a:pt x="480567" y="0"/>
                  </a:lnTo>
                  <a:close/>
                </a:path>
              </a:pathLst>
            </a:custGeom>
            <a:solidFill>
              <a:srgbClr val="C5D2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133082" y="4759579"/>
              <a:ext cx="364490" cy="364490"/>
            </a:xfrm>
            <a:custGeom>
              <a:avLst/>
              <a:gdLst/>
              <a:ahLst/>
              <a:cxnLst/>
              <a:rect l="l" t="t" r="r" b="b"/>
              <a:pathLst>
                <a:path w="364490" h="364489">
                  <a:moveTo>
                    <a:pt x="296291" y="0"/>
                  </a:moveTo>
                  <a:lnTo>
                    <a:pt x="67945" y="0"/>
                  </a:lnTo>
                  <a:lnTo>
                    <a:pt x="41469" y="5349"/>
                  </a:lnTo>
                  <a:lnTo>
                    <a:pt x="19875" y="19938"/>
                  </a:lnTo>
                  <a:lnTo>
                    <a:pt x="5330" y="41576"/>
                  </a:lnTo>
                  <a:lnTo>
                    <a:pt x="0" y="68072"/>
                  </a:lnTo>
                  <a:lnTo>
                    <a:pt x="0" y="296418"/>
                  </a:lnTo>
                  <a:lnTo>
                    <a:pt x="5330" y="322839"/>
                  </a:lnTo>
                  <a:lnTo>
                    <a:pt x="19875" y="344439"/>
                  </a:lnTo>
                  <a:lnTo>
                    <a:pt x="41469" y="359015"/>
                  </a:lnTo>
                  <a:lnTo>
                    <a:pt x="67945" y="364363"/>
                  </a:lnTo>
                  <a:lnTo>
                    <a:pt x="296291" y="364363"/>
                  </a:lnTo>
                  <a:lnTo>
                    <a:pt x="322766" y="359015"/>
                  </a:lnTo>
                  <a:lnTo>
                    <a:pt x="344360" y="344439"/>
                  </a:lnTo>
                  <a:lnTo>
                    <a:pt x="358905" y="322839"/>
                  </a:lnTo>
                  <a:lnTo>
                    <a:pt x="364236" y="296418"/>
                  </a:lnTo>
                  <a:lnTo>
                    <a:pt x="364236" y="68072"/>
                  </a:lnTo>
                  <a:lnTo>
                    <a:pt x="358905" y="41576"/>
                  </a:lnTo>
                  <a:lnTo>
                    <a:pt x="344360" y="19938"/>
                  </a:lnTo>
                  <a:lnTo>
                    <a:pt x="322766" y="5349"/>
                  </a:lnTo>
                  <a:lnTo>
                    <a:pt x="296291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133082" y="4759579"/>
              <a:ext cx="364490" cy="364490"/>
            </a:xfrm>
            <a:custGeom>
              <a:avLst/>
              <a:gdLst/>
              <a:ahLst/>
              <a:cxnLst/>
              <a:rect l="l" t="t" r="r" b="b"/>
              <a:pathLst>
                <a:path w="364490" h="364489">
                  <a:moveTo>
                    <a:pt x="0" y="68072"/>
                  </a:moveTo>
                  <a:lnTo>
                    <a:pt x="5330" y="41576"/>
                  </a:lnTo>
                  <a:lnTo>
                    <a:pt x="19875" y="19938"/>
                  </a:lnTo>
                  <a:lnTo>
                    <a:pt x="41469" y="5349"/>
                  </a:lnTo>
                  <a:lnTo>
                    <a:pt x="67945" y="0"/>
                  </a:lnTo>
                  <a:lnTo>
                    <a:pt x="296291" y="0"/>
                  </a:lnTo>
                  <a:lnTo>
                    <a:pt x="322766" y="5349"/>
                  </a:lnTo>
                  <a:lnTo>
                    <a:pt x="344360" y="19938"/>
                  </a:lnTo>
                  <a:lnTo>
                    <a:pt x="358905" y="41576"/>
                  </a:lnTo>
                  <a:lnTo>
                    <a:pt x="364236" y="68072"/>
                  </a:lnTo>
                  <a:lnTo>
                    <a:pt x="364236" y="296418"/>
                  </a:lnTo>
                  <a:lnTo>
                    <a:pt x="358905" y="322839"/>
                  </a:lnTo>
                  <a:lnTo>
                    <a:pt x="344360" y="344439"/>
                  </a:lnTo>
                  <a:lnTo>
                    <a:pt x="322766" y="359015"/>
                  </a:lnTo>
                  <a:lnTo>
                    <a:pt x="296291" y="364363"/>
                  </a:lnTo>
                  <a:lnTo>
                    <a:pt x="67945" y="364363"/>
                  </a:lnTo>
                  <a:lnTo>
                    <a:pt x="41469" y="359015"/>
                  </a:lnTo>
                  <a:lnTo>
                    <a:pt x="19875" y="344439"/>
                  </a:lnTo>
                  <a:lnTo>
                    <a:pt x="5330" y="322839"/>
                  </a:lnTo>
                  <a:lnTo>
                    <a:pt x="0" y="296418"/>
                  </a:lnTo>
                  <a:lnTo>
                    <a:pt x="0" y="68072"/>
                  </a:lnTo>
                  <a:close/>
                </a:path>
              </a:pathLst>
            </a:custGeom>
            <a:ln w="7620">
              <a:solidFill>
                <a:srgbClr val="C5D2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241285" y="4717161"/>
            <a:ext cx="14922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175" dirty="0">
                <a:solidFill>
                  <a:srgbClr val="2C3148"/>
                </a:solidFill>
                <a:latin typeface="Lucida Sans Unicode"/>
                <a:cs typeface="Lucida Sans Unicode"/>
              </a:rPr>
              <a:t>5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257802" y="4797297"/>
            <a:ext cx="2261235" cy="590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1550" spc="-20" dirty="0">
                <a:solidFill>
                  <a:srgbClr val="2C3148"/>
                </a:solidFill>
                <a:latin typeface="Trebuchet MS" panose="020B0603020202020204" pitchFamily="34" charset="0"/>
                <a:cs typeface="Lucida Sans Unicode"/>
              </a:rPr>
              <a:t>2000</a:t>
            </a:r>
            <a:endParaRPr sz="1550" dirty="0">
              <a:latin typeface="Trebuchet MS" panose="020B0603020202020204" pitchFamily="34" charset="0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2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Python</a:t>
            </a:r>
            <a:r>
              <a:rPr sz="125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2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version</a:t>
            </a:r>
            <a:r>
              <a:rPr sz="12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2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2.0</a:t>
            </a:r>
            <a:r>
              <a:rPr sz="1250" b="1" spc="3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2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is</a:t>
            </a:r>
            <a:r>
              <a:rPr sz="12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2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released</a:t>
            </a:r>
            <a:endParaRPr sz="1250" dirty="0">
              <a:latin typeface="Trebuchet MS" panose="020B0603020202020204" pitchFamily="34" charset="0"/>
              <a:cs typeface="Microsoft Sans Serif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129271" y="5593460"/>
            <a:ext cx="831215" cy="372110"/>
            <a:chOff x="7129271" y="5593460"/>
            <a:chExt cx="831215" cy="372110"/>
          </a:xfrm>
        </p:grpSpPr>
        <p:sp>
          <p:nvSpPr>
            <p:cNvPr id="34" name="object 34"/>
            <p:cNvSpPr/>
            <p:nvPr/>
          </p:nvSpPr>
          <p:spPr>
            <a:xfrm>
              <a:off x="7474457" y="5767958"/>
              <a:ext cx="485775" cy="22860"/>
            </a:xfrm>
            <a:custGeom>
              <a:avLst/>
              <a:gdLst/>
              <a:ahLst/>
              <a:cxnLst/>
              <a:rect l="l" t="t" r="r" b="b"/>
              <a:pathLst>
                <a:path w="485775" h="22860">
                  <a:moveTo>
                    <a:pt x="480695" y="0"/>
                  </a:moveTo>
                  <a:lnTo>
                    <a:pt x="5207" y="0"/>
                  </a:lnTo>
                  <a:lnTo>
                    <a:pt x="0" y="5080"/>
                  </a:lnTo>
                  <a:lnTo>
                    <a:pt x="0" y="11430"/>
                  </a:lnTo>
                  <a:lnTo>
                    <a:pt x="0" y="17780"/>
                  </a:lnTo>
                  <a:lnTo>
                    <a:pt x="5207" y="22860"/>
                  </a:lnTo>
                  <a:lnTo>
                    <a:pt x="480695" y="22860"/>
                  </a:lnTo>
                  <a:lnTo>
                    <a:pt x="485775" y="17780"/>
                  </a:lnTo>
                  <a:lnTo>
                    <a:pt x="485775" y="5080"/>
                  </a:lnTo>
                  <a:lnTo>
                    <a:pt x="480695" y="0"/>
                  </a:lnTo>
                  <a:close/>
                </a:path>
              </a:pathLst>
            </a:custGeom>
            <a:solidFill>
              <a:srgbClr val="C5D2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133081" y="5597270"/>
              <a:ext cx="364490" cy="364490"/>
            </a:xfrm>
            <a:custGeom>
              <a:avLst/>
              <a:gdLst/>
              <a:ahLst/>
              <a:cxnLst/>
              <a:rect l="l" t="t" r="r" b="b"/>
              <a:pathLst>
                <a:path w="364490" h="364489">
                  <a:moveTo>
                    <a:pt x="296291" y="0"/>
                  </a:moveTo>
                  <a:lnTo>
                    <a:pt x="67945" y="0"/>
                  </a:lnTo>
                  <a:lnTo>
                    <a:pt x="41469" y="5347"/>
                  </a:lnTo>
                  <a:lnTo>
                    <a:pt x="19875" y="19923"/>
                  </a:lnTo>
                  <a:lnTo>
                    <a:pt x="5330" y="41523"/>
                  </a:lnTo>
                  <a:lnTo>
                    <a:pt x="0" y="67944"/>
                  </a:lnTo>
                  <a:lnTo>
                    <a:pt x="0" y="296290"/>
                  </a:lnTo>
                  <a:lnTo>
                    <a:pt x="5330" y="322786"/>
                  </a:lnTo>
                  <a:lnTo>
                    <a:pt x="19875" y="344423"/>
                  </a:lnTo>
                  <a:lnTo>
                    <a:pt x="41469" y="359013"/>
                  </a:lnTo>
                  <a:lnTo>
                    <a:pt x="67945" y="364362"/>
                  </a:lnTo>
                  <a:lnTo>
                    <a:pt x="296291" y="364362"/>
                  </a:lnTo>
                  <a:lnTo>
                    <a:pt x="322766" y="359013"/>
                  </a:lnTo>
                  <a:lnTo>
                    <a:pt x="344360" y="344423"/>
                  </a:lnTo>
                  <a:lnTo>
                    <a:pt x="358905" y="322786"/>
                  </a:lnTo>
                  <a:lnTo>
                    <a:pt x="364236" y="296290"/>
                  </a:lnTo>
                  <a:lnTo>
                    <a:pt x="364236" y="67944"/>
                  </a:lnTo>
                  <a:lnTo>
                    <a:pt x="358905" y="41523"/>
                  </a:lnTo>
                  <a:lnTo>
                    <a:pt x="344360" y="19923"/>
                  </a:lnTo>
                  <a:lnTo>
                    <a:pt x="322766" y="5347"/>
                  </a:lnTo>
                  <a:lnTo>
                    <a:pt x="296291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133081" y="5597270"/>
              <a:ext cx="364490" cy="364490"/>
            </a:xfrm>
            <a:custGeom>
              <a:avLst/>
              <a:gdLst/>
              <a:ahLst/>
              <a:cxnLst/>
              <a:rect l="l" t="t" r="r" b="b"/>
              <a:pathLst>
                <a:path w="364490" h="364489">
                  <a:moveTo>
                    <a:pt x="0" y="67944"/>
                  </a:moveTo>
                  <a:lnTo>
                    <a:pt x="5330" y="41523"/>
                  </a:lnTo>
                  <a:lnTo>
                    <a:pt x="19875" y="19923"/>
                  </a:lnTo>
                  <a:lnTo>
                    <a:pt x="41469" y="5347"/>
                  </a:lnTo>
                  <a:lnTo>
                    <a:pt x="67945" y="0"/>
                  </a:lnTo>
                  <a:lnTo>
                    <a:pt x="296291" y="0"/>
                  </a:lnTo>
                  <a:lnTo>
                    <a:pt x="322766" y="5347"/>
                  </a:lnTo>
                  <a:lnTo>
                    <a:pt x="344360" y="19923"/>
                  </a:lnTo>
                  <a:lnTo>
                    <a:pt x="358905" y="41523"/>
                  </a:lnTo>
                  <a:lnTo>
                    <a:pt x="364236" y="67944"/>
                  </a:lnTo>
                  <a:lnTo>
                    <a:pt x="364236" y="296290"/>
                  </a:lnTo>
                  <a:lnTo>
                    <a:pt x="358905" y="322786"/>
                  </a:lnTo>
                  <a:lnTo>
                    <a:pt x="344360" y="344423"/>
                  </a:lnTo>
                  <a:lnTo>
                    <a:pt x="322766" y="359013"/>
                  </a:lnTo>
                  <a:lnTo>
                    <a:pt x="296291" y="364362"/>
                  </a:lnTo>
                  <a:lnTo>
                    <a:pt x="67945" y="364362"/>
                  </a:lnTo>
                  <a:lnTo>
                    <a:pt x="41469" y="359013"/>
                  </a:lnTo>
                  <a:lnTo>
                    <a:pt x="19875" y="344423"/>
                  </a:lnTo>
                  <a:lnTo>
                    <a:pt x="5330" y="322786"/>
                  </a:lnTo>
                  <a:lnTo>
                    <a:pt x="0" y="296290"/>
                  </a:lnTo>
                  <a:lnTo>
                    <a:pt x="0" y="67944"/>
                  </a:lnTo>
                  <a:close/>
                </a:path>
              </a:pathLst>
            </a:custGeom>
            <a:ln w="7620">
              <a:solidFill>
                <a:srgbClr val="C5D2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7233666" y="5555107"/>
            <a:ext cx="16256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70" dirty="0">
                <a:solidFill>
                  <a:srgbClr val="2C3148"/>
                </a:solidFill>
                <a:latin typeface="Lucida Sans Unicode"/>
                <a:cs typeface="Lucida Sans Unicode"/>
              </a:rPr>
              <a:t>6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113014" y="5635244"/>
            <a:ext cx="2258695" cy="590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spc="-20" dirty="0">
                <a:solidFill>
                  <a:srgbClr val="2C3148"/>
                </a:solidFill>
                <a:latin typeface="Trebuchet MS" panose="020B0603020202020204" pitchFamily="34" charset="0"/>
                <a:cs typeface="Lucida Sans Unicode"/>
              </a:rPr>
              <a:t>2008</a:t>
            </a:r>
            <a:endParaRPr sz="1550" dirty="0">
              <a:latin typeface="Trebuchet MS" panose="020B0603020202020204" pitchFamily="34" charset="0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2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Python</a:t>
            </a:r>
            <a:r>
              <a:rPr sz="125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2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version</a:t>
            </a:r>
            <a:r>
              <a:rPr sz="12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2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3.0</a:t>
            </a:r>
            <a:r>
              <a:rPr sz="1250" b="1" spc="3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2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is</a:t>
            </a:r>
            <a:r>
              <a:rPr sz="12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2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released</a:t>
            </a:r>
            <a:endParaRPr sz="1250" dirty="0">
              <a:latin typeface="Trebuchet MS" panose="020B0603020202020204" pitchFamily="34" charset="0"/>
              <a:cs typeface="Microsoft Sans Serif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670167" y="6431026"/>
            <a:ext cx="831215" cy="372110"/>
            <a:chOff x="6670167" y="6431026"/>
            <a:chExt cx="831215" cy="372110"/>
          </a:xfrm>
        </p:grpSpPr>
        <p:sp>
          <p:nvSpPr>
            <p:cNvPr id="40" name="object 40"/>
            <p:cNvSpPr/>
            <p:nvPr/>
          </p:nvSpPr>
          <p:spPr>
            <a:xfrm>
              <a:off x="6670167" y="6605651"/>
              <a:ext cx="485775" cy="22860"/>
            </a:xfrm>
            <a:custGeom>
              <a:avLst/>
              <a:gdLst/>
              <a:ahLst/>
              <a:cxnLst/>
              <a:rect l="l" t="t" r="r" b="b"/>
              <a:pathLst>
                <a:path w="485775" h="22859">
                  <a:moveTo>
                    <a:pt x="480567" y="0"/>
                  </a:moveTo>
                  <a:lnTo>
                    <a:pt x="5079" y="0"/>
                  </a:lnTo>
                  <a:lnTo>
                    <a:pt x="0" y="5080"/>
                  </a:lnTo>
                  <a:lnTo>
                    <a:pt x="0" y="11430"/>
                  </a:lnTo>
                  <a:lnTo>
                    <a:pt x="0" y="17653"/>
                  </a:lnTo>
                  <a:lnTo>
                    <a:pt x="5079" y="22733"/>
                  </a:lnTo>
                  <a:lnTo>
                    <a:pt x="480567" y="22733"/>
                  </a:lnTo>
                  <a:lnTo>
                    <a:pt x="485775" y="17653"/>
                  </a:lnTo>
                  <a:lnTo>
                    <a:pt x="485775" y="5080"/>
                  </a:lnTo>
                  <a:lnTo>
                    <a:pt x="480567" y="0"/>
                  </a:lnTo>
                  <a:close/>
                </a:path>
              </a:pathLst>
            </a:custGeom>
            <a:solidFill>
              <a:srgbClr val="C5D2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133082" y="6434836"/>
              <a:ext cx="364490" cy="364490"/>
            </a:xfrm>
            <a:custGeom>
              <a:avLst/>
              <a:gdLst/>
              <a:ahLst/>
              <a:cxnLst/>
              <a:rect l="l" t="t" r="r" b="b"/>
              <a:pathLst>
                <a:path w="364490" h="364490">
                  <a:moveTo>
                    <a:pt x="296291" y="0"/>
                  </a:moveTo>
                  <a:lnTo>
                    <a:pt x="67945" y="0"/>
                  </a:lnTo>
                  <a:lnTo>
                    <a:pt x="41469" y="5349"/>
                  </a:lnTo>
                  <a:lnTo>
                    <a:pt x="19875" y="19939"/>
                  </a:lnTo>
                  <a:lnTo>
                    <a:pt x="5330" y="41576"/>
                  </a:lnTo>
                  <a:lnTo>
                    <a:pt x="0" y="68071"/>
                  </a:lnTo>
                  <a:lnTo>
                    <a:pt x="0" y="296291"/>
                  </a:lnTo>
                  <a:lnTo>
                    <a:pt x="5330" y="322786"/>
                  </a:lnTo>
                  <a:lnTo>
                    <a:pt x="19875" y="344423"/>
                  </a:lnTo>
                  <a:lnTo>
                    <a:pt x="41469" y="359013"/>
                  </a:lnTo>
                  <a:lnTo>
                    <a:pt x="67945" y="364363"/>
                  </a:lnTo>
                  <a:lnTo>
                    <a:pt x="296291" y="364363"/>
                  </a:lnTo>
                  <a:lnTo>
                    <a:pt x="322766" y="359013"/>
                  </a:lnTo>
                  <a:lnTo>
                    <a:pt x="344360" y="344423"/>
                  </a:lnTo>
                  <a:lnTo>
                    <a:pt x="358905" y="322786"/>
                  </a:lnTo>
                  <a:lnTo>
                    <a:pt x="364236" y="296291"/>
                  </a:lnTo>
                  <a:lnTo>
                    <a:pt x="364236" y="68071"/>
                  </a:lnTo>
                  <a:lnTo>
                    <a:pt x="358905" y="41576"/>
                  </a:lnTo>
                  <a:lnTo>
                    <a:pt x="344360" y="19938"/>
                  </a:lnTo>
                  <a:lnTo>
                    <a:pt x="322766" y="5349"/>
                  </a:lnTo>
                  <a:lnTo>
                    <a:pt x="296291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133082" y="6434836"/>
              <a:ext cx="364490" cy="364490"/>
            </a:xfrm>
            <a:custGeom>
              <a:avLst/>
              <a:gdLst/>
              <a:ahLst/>
              <a:cxnLst/>
              <a:rect l="l" t="t" r="r" b="b"/>
              <a:pathLst>
                <a:path w="364490" h="364490">
                  <a:moveTo>
                    <a:pt x="0" y="68071"/>
                  </a:moveTo>
                  <a:lnTo>
                    <a:pt x="5330" y="41576"/>
                  </a:lnTo>
                  <a:lnTo>
                    <a:pt x="19875" y="19939"/>
                  </a:lnTo>
                  <a:lnTo>
                    <a:pt x="41469" y="5349"/>
                  </a:lnTo>
                  <a:lnTo>
                    <a:pt x="67945" y="0"/>
                  </a:lnTo>
                  <a:lnTo>
                    <a:pt x="296291" y="0"/>
                  </a:lnTo>
                  <a:lnTo>
                    <a:pt x="322766" y="5349"/>
                  </a:lnTo>
                  <a:lnTo>
                    <a:pt x="344360" y="19938"/>
                  </a:lnTo>
                  <a:lnTo>
                    <a:pt x="358905" y="41576"/>
                  </a:lnTo>
                  <a:lnTo>
                    <a:pt x="364236" y="68071"/>
                  </a:lnTo>
                  <a:lnTo>
                    <a:pt x="364236" y="296291"/>
                  </a:lnTo>
                  <a:lnTo>
                    <a:pt x="358905" y="322786"/>
                  </a:lnTo>
                  <a:lnTo>
                    <a:pt x="344360" y="344423"/>
                  </a:lnTo>
                  <a:lnTo>
                    <a:pt x="322766" y="359013"/>
                  </a:lnTo>
                  <a:lnTo>
                    <a:pt x="296291" y="364363"/>
                  </a:lnTo>
                  <a:lnTo>
                    <a:pt x="67945" y="364363"/>
                  </a:lnTo>
                  <a:lnTo>
                    <a:pt x="41469" y="359013"/>
                  </a:lnTo>
                  <a:lnTo>
                    <a:pt x="19875" y="344423"/>
                  </a:lnTo>
                  <a:lnTo>
                    <a:pt x="5330" y="322786"/>
                  </a:lnTo>
                  <a:lnTo>
                    <a:pt x="0" y="296291"/>
                  </a:lnTo>
                  <a:lnTo>
                    <a:pt x="0" y="68071"/>
                  </a:lnTo>
                  <a:close/>
                </a:path>
              </a:pathLst>
            </a:custGeom>
            <a:ln w="7620">
              <a:solidFill>
                <a:srgbClr val="C5D2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7242809" y="6392367"/>
            <a:ext cx="14605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315" dirty="0">
                <a:solidFill>
                  <a:srgbClr val="2C3148"/>
                </a:solidFill>
                <a:latin typeface="Lucida Sans Unicode"/>
                <a:cs typeface="Lucida Sans Unicode"/>
              </a:rPr>
              <a:t>7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126738" y="6472809"/>
            <a:ext cx="2392045" cy="590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1550" spc="-20" dirty="0">
                <a:solidFill>
                  <a:srgbClr val="2C3148"/>
                </a:solidFill>
                <a:latin typeface="Trebuchet MS" panose="020B0603020202020204" pitchFamily="34" charset="0"/>
                <a:cs typeface="Lucida Sans Unicode"/>
              </a:rPr>
              <a:t>2020</a:t>
            </a:r>
            <a:endParaRPr sz="1550" dirty="0">
              <a:latin typeface="Trebuchet MS" panose="020B0603020202020204" pitchFamily="34" charset="0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2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Python</a:t>
            </a:r>
            <a:r>
              <a:rPr sz="12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2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version</a:t>
            </a:r>
            <a:r>
              <a:rPr sz="1250" spc="1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250" b="1" spc="-1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3.8.3</a:t>
            </a:r>
            <a:r>
              <a:rPr sz="1250" b="1" spc="1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2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is</a:t>
            </a:r>
            <a:r>
              <a:rPr sz="12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2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released</a:t>
            </a:r>
            <a:endParaRPr sz="1250" dirty="0">
              <a:latin typeface="Trebuchet MS" panose="020B0603020202020204" pitchFamily="34" charset="0"/>
              <a:cs typeface="Microsoft Sans Serif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284513" y="7443088"/>
            <a:ext cx="1030757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 panose="020B0603020202020204" pitchFamily="34" charset="0"/>
                <a:cs typeface="Calibri"/>
              </a:rPr>
              <a:t>As</a:t>
            </a:r>
            <a:r>
              <a:rPr sz="1800" spc="-40" dirty="0">
                <a:latin typeface="Trebuchet MS" panose="020B0603020202020204" pitchFamily="34" charset="0"/>
                <a:cs typeface="Calibri"/>
              </a:rPr>
              <a:t> </a:t>
            </a:r>
            <a:r>
              <a:rPr sz="1800" dirty="0">
                <a:latin typeface="Trebuchet MS" panose="020B0603020202020204" pitchFamily="34" charset="0"/>
                <a:cs typeface="Calibri"/>
              </a:rPr>
              <a:t>of</a:t>
            </a:r>
            <a:r>
              <a:rPr sz="1800" spc="-10" dirty="0">
                <a:latin typeface="Trebuchet MS" panose="020B0603020202020204" pitchFamily="34" charset="0"/>
                <a:cs typeface="Calibri"/>
              </a:rPr>
              <a:t> </a:t>
            </a:r>
            <a:r>
              <a:rPr sz="1800" b="1" dirty="0">
                <a:latin typeface="Trebuchet MS" panose="020B0603020202020204" pitchFamily="34" charset="0"/>
                <a:cs typeface="Calibri"/>
              </a:rPr>
              <a:t>July</a:t>
            </a:r>
            <a:r>
              <a:rPr sz="1800" b="1" spc="-50" dirty="0">
                <a:latin typeface="Trebuchet MS" panose="020B0603020202020204" pitchFamily="34" charset="0"/>
                <a:cs typeface="Calibri"/>
              </a:rPr>
              <a:t> </a:t>
            </a:r>
            <a:r>
              <a:rPr sz="1800" b="1" dirty="0">
                <a:latin typeface="Trebuchet MS" panose="020B0603020202020204" pitchFamily="34" charset="0"/>
                <a:cs typeface="Calibri"/>
              </a:rPr>
              <a:t>2025</a:t>
            </a:r>
            <a:r>
              <a:rPr sz="1800" dirty="0">
                <a:latin typeface="Trebuchet MS" panose="020B0603020202020204" pitchFamily="34" charset="0"/>
                <a:cs typeface="Calibri"/>
              </a:rPr>
              <a:t>,</a:t>
            </a:r>
            <a:r>
              <a:rPr sz="1800" spc="-25" dirty="0">
                <a:latin typeface="Trebuchet MS" panose="020B0603020202020204" pitchFamily="34" charset="0"/>
                <a:cs typeface="Calibri"/>
              </a:rPr>
              <a:t> </a:t>
            </a:r>
            <a:r>
              <a:rPr sz="1800" dirty="0">
                <a:latin typeface="Trebuchet MS" panose="020B0603020202020204" pitchFamily="34" charset="0"/>
                <a:cs typeface="Calibri"/>
              </a:rPr>
              <a:t>the</a:t>
            </a:r>
            <a:r>
              <a:rPr sz="1800" spc="-10" dirty="0">
                <a:latin typeface="Trebuchet MS" panose="020B0603020202020204" pitchFamily="34" charset="0"/>
                <a:cs typeface="Calibri"/>
              </a:rPr>
              <a:t> latest</a:t>
            </a:r>
            <a:r>
              <a:rPr sz="1800" spc="-35" dirty="0">
                <a:latin typeface="Trebuchet MS" panose="020B0603020202020204" pitchFamily="34" charset="0"/>
                <a:cs typeface="Calibri"/>
              </a:rPr>
              <a:t> </a:t>
            </a:r>
            <a:r>
              <a:rPr sz="1800" dirty="0">
                <a:latin typeface="Trebuchet MS" panose="020B0603020202020204" pitchFamily="34" charset="0"/>
                <a:cs typeface="Calibri"/>
              </a:rPr>
              <a:t>stable</a:t>
            </a:r>
            <a:r>
              <a:rPr sz="1800" spc="-10" dirty="0">
                <a:latin typeface="Trebuchet MS" panose="020B0603020202020204" pitchFamily="34" charset="0"/>
                <a:cs typeface="Calibri"/>
              </a:rPr>
              <a:t> version</a:t>
            </a:r>
            <a:r>
              <a:rPr sz="1800" spc="-35" dirty="0">
                <a:latin typeface="Trebuchet MS" panose="020B0603020202020204" pitchFamily="34" charset="0"/>
                <a:cs typeface="Calibri"/>
              </a:rPr>
              <a:t> </a:t>
            </a:r>
            <a:r>
              <a:rPr sz="1800" dirty="0">
                <a:latin typeface="Trebuchet MS" panose="020B0603020202020204" pitchFamily="34" charset="0"/>
                <a:cs typeface="Calibri"/>
              </a:rPr>
              <a:t>of</a:t>
            </a:r>
            <a:r>
              <a:rPr sz="1800" spc="-20" dirty="0">
                <a:latin typeface="Trebuchet MS" panose="020B0603020202020204" pitchFamily="34" charset="0"/>
                <a:cs typeface="Calibri"/>
              </a:rPr>
              <a:t> </a:t>
            </a:r>
            <a:r>
              <a:rPr sz="1800" b="1" dirty="0">
                <a:latin typeface="Trebuchet MS" panose="020B0603020202020204" pitchFamily="34" charset="0"/>
                <a:cs typeface="Calibri"/>
              </a:rPr>
              <a:t>Python</a:t>
            </a:r>
            <a:r>
              <a:rPr sz="1800" b="1" spc="-40" dirty="0">
                <a:latin typeface="Trebuchet MS" panose="020B0603020202020204" pitchFamily="34" charset="0"/>
                <a:cs typeface="Calibri"/>
              </a:rPr>
              <a:t> </a:t>
            </a:r>
            <a:r>
              <a:rPr sz="1800" dirty="0">
                <a:latin typeface="Trebuchet MS" panose="020B0603020202020204" pitchFamily="34" charset="0"/>
                <a:cs typeface="Calibri"/>
              </a:rPr>
              <a:t>is</a:t>
            </a:r>
            <a:r>
              <a:rPr sz="1800" spc="-15" dirty="0">
                <a:latin typeface="Trebuchet MS" panose="020B0603020202020204" pitchFamily="34" charset="0"/>
                <a:cs typeface="Calibri"/>
              </a:rPr>
              <a:t> </a:t>
            </a:r>
            <a:r>
              <a:rPr sz="1800" b="1" dirty="0">
                <a:latin typeface="Trebuchet MS" panose="020B0603020202020204" pitchFamily="34" charset="0"/>
                <a:cs typeface="Calibri"/>
              </a:rPr>
              <a:t>Python</a:t>
            </a:r>
            <a:r>
              <a:rPr sz="1800" b="1" spc="-60" dirty="0">
                <a:latin typeface="Trebuchet MS" panose="020B0603020202020204" pitchFamily="34" charset="0"/>
                <a:cs typeface="Calibri"/>
              </a:rPr>
              <a:t> </a:t>
            </a:r>
            <a:r>
              <a:rPr sz="1800" b="1" dirty="0">
                <a:latin typeface="Trebuchet MS" panose="020B0603020202020204" pitchFamily="34" charset="0"/>
                <a:cs typeface="Calibri"/>
              </a:rPr>
              <a:t>3.12.3</a:t>
            </a:r>
            <a:r>
              <a:rPr sz="1800" dirty="0">
                <a:latin typeface="Trebuchet MS" panose="020B0603020202020204" pitchFamily="34" charset="0"/>
                <a:cs typeface="Calibri"/>
              </a:rPr>
              <a:t>,</a:t>
            </a:r>
            <a:r>
              <a:rPr sz="1800" spc="-20" dirty="0">
                <a:latin typeface="Trebuchet MS" panose="020B0603020202020204" pitchFamily="34" charset="0"/>
                <a:cs typeface="Calibri"/>
              </a:rPr>
              <a:t> </a:t>
            </a:r>
            <a:r>
              <a:rPr sz="1800" dirty="0">
                <a:latin typeface="Trebuchet MS" panose="020B0603020202020204" pitchFamily="34" charset="0"/>
                <a:cs typeface="Calibri"/>
              </a:rPr>
              <a:t>released</a:t>
            </a:r>
            <a:r>
              <a:rPr sz="1800" spc="-30" dirty="0">
                <a:latin typeface="Trebuchet MS" panose="020B0603020202020204" pitchFamily="34" charset="0"/>
                <a:cs typeface="Calibri"/>
              </a:rPr>
              <a:t> </a:t>
            </a:r>
            <a:r>
              <a:rPr sz="1800" dirty="0">
                <a:latin typeface="Trebuchet MS" panose="020B0603020202020204" pitchFamily="34" charset="0"/>
                <a:cs typeface="Calibri"/>
              </a:rPr>
              <a:t>in</a:t>
            </a:r>
            <a:r>
              <a:rPr sz="1800" spc="-15" dirty="0">
                <a:latin typeface="Trebuchet MS" panose="020B0603020202020204" pitchFamily="34" charset="0"/>
                <a:cs typeface="Calibri"/>
              </a:rPr>
              <a:t> </a:t>
            </a:r>
            <a:r>
              <a:rPr sz="1800" b="1" dirty="0">
                <a:latin typeface="Trebuchet MS" panose="020B0603020202020204" pitchFamily="34" charset="0"/>
                <a:cs typeface="Calibri"/>
              </a:rPr>
              <a:t>May</a:t>
            </a:r>
            <a:r>
              <a:rPr sz="1800" b="1" spc="-20" dirty="0">
                <a:latin typeface="Trebuchet MS" panose="020B0603020202020204" pitchFamily="34" charset="0"/>
                <a:cs typeface="Calibri"/>
              </a:rPr>
              <a:t> </a:t>
            </a:r>
            <a:r>
              <a:rPr sz="1800" b="1" spc="-10" dirty="0">
                <a:latin typeface="Trebuchet MS" panose="020B0603020202020204" pitchFamily="34" charset="0"/>
                <a:cs typeface="Calibri"/>
              </a:rPr>
              <a:t>2025</a:t>
            </a:r>
            <a:r>
              <a:rPr sz="1800" spc="-10" dirty="0">
                <a:latin typeface="Trebuchet MS" panose="020B0603020202020204" pitchFamily="34" charset="0"/>
                <a:cs typeface="Calibri"/>
              </a:rPr>
              <a:t>.</a:t>
            </a:r>
            <a:endParaRPr sz="1800" dirty="0">
              <a:latin typeface="Trebuchet MS" panose="020B0603020202020204" pitchFamily="34" charset="0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515" y="153308"/>
            <a:ext cx="13397738" cy="810221"/>
          </a:xfrm>
          <a:prstGeom prst="rect">
            <a:avLst/>
          </a:prstGeom>
        </p:spPr>
        <p:txBody>
          <a:bodyPr vert="horz" wrap="square" lIns="0" tIns="290321" rIns="0" bIns="0" rtlCol="0">
            <a:spAutoFit/>
          </a:bodyPr>
          <a:lstStyle/>
          <a:p>
            <a:pPr marL="327152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365" dirty="0"/>
              <a:t> </a:t>
            </a:r>
            <a:r>
              <a:rPr spc="-80" dirty="0"/>
              <a:t>Python</a:t>
            </a:r>
            <a:r>
              <a:rPr spc="-365" dirty="0"/>
              <a:t> </a:t>
            </a:r>
            <a:r>
              <a:rPr spc="-165" dirty="0"/>
              <a:t>is</a:t>
            </a:r>
            <a:r>
              <a:rPr spc="-360" dirty="0"/>
              <a:t> </a:t>
            </a:r>
            <a:r>
              <a:rPr spc="-195" dirty="0"/>
              <a:t>Used</a:t>
            </a:r>
            <a:r>
              <a:rPr spc="-360" dirty="0"/>
              <a:t> </a:t>
            </a:r>
            <a:r>
              <a:rPr spc="-195" dirty="0"/>
              <a:t>for</a:t>
            </a:r>
            <a:r>
              <a:rPr spc="-360" dirty="0"/>
              <a:t> </a:t>
            </a:r>
            <a:r>
              <a:rPr spc="-25" dirty="0"/>
              <a:t>ML?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1304" y="1384886"/>
            <a:ext cx="12964160" cy="5459828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065" marR="125095">
              <a:lnSpc>
                <a:spcPct val="135800"/>
              </a:lnSpc>
              <a:spcBef>
                <a:spcPts val="155"/>
              </a:spcBef>
              <a:tabLst>
                <a:tab pos="354965" algn="l"/>
              </a:tabLst>
            </a:pPr>
            <a:r>
              <a:rPr sz="200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Python</a:t>
            </a:r>
            <a:r>
              <a:rPr sz="200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200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-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R</a:t>
            </a:r>
            <a:r>
              <a:rPr sz="200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are</a:t>
            </a:r>
            <a:r>
              <a:rPr sz="200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among</a:t>
            </a:r>
            <a:r>
              <a:rPr sz="200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200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1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most</a:t>
            </a:r>
            <a:r>
              <a:rPr sz="200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popular</a:t>
            </a:r>
            <a:r>
              <a:rPr sz="200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programming</a:t>
            </a:r>
            <a:r>
              <a:rPr sz="200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languages</a:t>
            </a:r>
            <a:r>
              <a:rPr sz="200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1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for</a:t>
            </a:r>
            <a:r>
              <a:rPr sz="200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Machine</a:t>
            </a:r>
            <a:r>
              <a:rPr sz="200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Learning</a:t>
            </a:r>
            <a:r>
              <a:rPr sz="200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200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are</a:t>
            </a:r>
            <a:r>
              <a:rPr sz="200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1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often</a:t>
            </a:r>
            <a:r>
              <a:rPr sz="200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1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found</a:t>
            </a:r>
            <a:r>
              <a:rPr sz="200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opposite </a:t>
            </a:r>
            <a:r>
              <a:rPr sz="2000" spc="1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to</a:t>
            </a:r>
            <a:r>
              <a:rPr sz="200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each</a:t>
            </a:r>
            <a:r>
              <a:rPr sz="200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1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other</a:t>
            </a:r>
            <a:r>
              <a:rPr sz="200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9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in</a:t>
            </a:r>
            <a:r>
              <a:rPr sz="200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200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room</a:t>
            </a:r>
            <a:r>
              <a:rPr sz="2000" spc="-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1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of</a:t>
            </a:r>
            <a:r>
              <a:rPr sz="200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debate</a:t>
            </a:r>
            <a:r>
              <a:rPr sz="200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on</a:t>
            </a:r>
            <a:r>
              <a:rPr sz="200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200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1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fact</a:t>
            </a:r>
            <a:r>
              <a:rPr sz="200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1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that</a:t>
            </a:r>
            <a:r>
              <a:rPr sz="200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9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which</a:t>
            </a:r>
            <a:r>
              <a:rPr sz="200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one</a:t>
            </a:r>
            <a:r>
              <a:rPr sz="20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is</a:t>
            </a:r>
            <a:r>
              <a:rPr sz="200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more</a:t>
            </a:r>
            <a:r>
              <a:rPr sz="200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valuable.</a:t>
            </a:r>
            <a:r>
              <a:rPr sz="2000" spc="-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However,</a:t>
            </a:r>
            <a:r>
              <a:rPr sz="200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1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both</a:t>
            </a:r>
            <a:r>
              <a:rPr sz="200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200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languages</a:t>
            </a:r>
            <a:r>
              <a:rPr sz="200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-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have </a:t>
            </a:r>
            <a:r>
              <a:rPr sz="200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their</a:t>
            </a:r>
            <a:r>
              <a:rPr sz="2000" spc="9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specialised</a:t>
            </a:r>
            <a:r>
              <a:rPr sz="200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features</a:t>
            </a:r>
            <a:r>
              <a:rPr sz="200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9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which</a:t>
            </a:r>
            <a:r>
              <a:rPr sz="200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makes</a:t>
            </a:r>
            <a:r>
              <a:rPr sz="200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1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them</a:t>
            </a:r>
            <a:r>
              <a:rPr sz="200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unique.</a:t>
            </a:r>
            <a:endParaRPr lang="en-IE" sz="2000" spc="50" dirty="0">
              <a:latin typeface="Trebuchet MS" panose="020B0603020202020204" pitchFamily="34" charset="0"/>
              <a:cs typeface="Microsoft Sans Serif"/>
            </a:endParaRPr>
          </a:p>
          <a:p>
            <a:pPr marL="12065" marR="125095">
              <a:lnSpc>
                <a:spcPct val="135800"/>
              </a:lnSpc>
              <a:spcBef>
                <a:spcPts val="155"/>
              </a:spcBef>
              <a:tabLst>
                <a:tab pos="354965" algn="l"/>
              </a:tabLst>
            </a:pPr>
            <a:endParaRPr lang="en-IE" sz="2000" b="1" spc="50" dirty="0">
              <a:solidFill>
                <a:srgbClr val="2C3148"/>
              </a:solidFill>
              <a:latin typeface="Trebuchet MS" panose="020B0603020202020204" pitchFamily="34" charset="0"/>
              <a:cs typeface="Microsoft Sans Serif"/>
            </a:endParaRPr>
          </a:p>
          <a:p>
            <a:pPr marL="12065" marR="125095">
              <a:lnSpc>
                <a:spcPct val="135800"/>
              </a:lnSpc>
              <a:spcBef>
                <a:spcPts val="155"/>
              </a:spcBef>
              <a:tabLst>
                <a:tab pos="354965" algn="l"/>
              </a:tabLst>
            </a:pPr>
            <a:r>
              <a:rPr sz="200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But</a:t>
            </a:r>
            <a:r>
              <a:rPr sz="2000" b="1" spc="-7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2000" b="1" spc="5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what</a:t>
            </a:r>
            <a:r>
              <a:rPr sz="2000" b="1" spc="-6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2000" b="1" spc="-5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is </a:t>
            </a:r>
            <a:r>
              <a:rPr sz="2000" b="1" spc="-1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making</a:t>
            </a:r>
            <a:r>
              <a:rPr sz="2000" b="1" spc="-8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200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Python</a:t>
            </a:r>
            <a:r>
              <a:rPr sz="2000" b="1" spc="-8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2000" b="1" spc="-1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very</a:t>
            </a:r>
            <a:r>
              <a:rPr sz="2000" b="1" spc="-9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2000" b="1" spc="-1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popular?</a:t>
            </a:r>
            <a:endParaRPr sz="2000" dirty="0">
              <a:latin typeface="Trebuchet MS" panose="020B0603020202020204" pitchFamily="34" charset="0"/>
              <a:cs typeface="Arial"/>
            </a:endParaRPr>
          </a:p>
          <a:p>
            <a:pPr>
              <a:lnSpc>
                <a:spcPct val="100000"/>
              </a:lnSpc>
              <a:spcBef>
                <a:spcPts val="1770"/>
              </a:spcBef>
            </a:pPr>
            <a:endParaRPr sz="2000" dirty="0">
              <a:latin typeface="Trebuchet MS" panose="020B0603020202020204" pitchFamily="34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4965" algn="l"/>
              </a:tabLst>
            </a:pPr>
            <a:r>
              <a:rPr sz="200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Syntax</a:t>
            </a:r>
            <a:r>
              <a:rPr sz="2000" b="1" spc="-5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200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simplicity</a:t>
            </a:r>
            <a:r>
              <a:rPr sz="20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:</a:t>
            </a:r>
            <a:r>
              <a:rPr sz="200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its</a:t>
            </a:r>
            <a:r>
              <a:rPr sz="200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simple</a:t>
            </a:r>
            <a:r>
              <a:rPr sz="20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and</a:t>
            </a:r>
            <a:r>
              <a:rPr sz="200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elegant</a:t>
            </a:r>
            <a:r>
              <a:rPr sz="20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syntax</a:t>
            </a:r>
            <a:r>
              <a:rPr sz="200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is</a:t>
            </a:r>
            <a:r>
              <a:rPr sz="200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easy</a:t>
            </a:r>
            <a:r>
              <a:rPr sz="200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1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to</a:t>
            </a:r>
            <a:r>
              <a:rPr sz="200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get</a:t>
            </a:r>
            <a:r>
              <a:rPr sz="20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along </a:t>
            </a:r>
            <a:r>
              <a:rPr sz="200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yet</a:t>
            </a:r>
            <a:r>
              <a:rPr sz="200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being</a:t>
            </a:r>
            <a:r>
              <a:rPr sz="200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so</a:t>
            </a:r>
            <a:r>
              <a:rPr sz="200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much</a:t>
            </a:r>
            <a:r>
              <a:rPr sz="2000" spc="-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1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powerful</a:t>
            </a:r>
            <a:r>
              <a:rPr sz="2000" spc="-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1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at</a:t>
            </a:r>
            <a:r>
              <a:rPr sz="200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200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same</a:t>
            </a:r>
            <a:r>
              <a:rPr sz="200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time.</a:t>
            </a:r>
            <a:endParaRPr sz="2000" dirty="0">
              <a:latin typeface="Trebuchet MS" panose="020B0603020202020204" pitchFamily="34" charset="0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10"/>
              </a:spcBef>
              <a:buClr>
                <a:srgbClr val="2C3148"/>
              </a:buClr>
            </a:pPr>
            <a:endParaRPr sz="2000" dirty="0">
              <a:latin typeface="Trebuchet MS" panose="020B0603020202020204" pitchFamily="34" charset="0"/>
              <a:cs typeface="Microsoft Sans Serif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200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Operability</a:t>
            </a:r>
            <a:r>
              <a:rPr sz="2000" b="1" spc="-2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200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on</a:t>
            </a:r>
            <a:r>
              <a:rPr sz="2000" b="1" spc="-1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200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different</a:t>
            </a:r>
            <a:r>
              <a:rPr sz="2000" b="1" spc="-1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200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environments</a:t>
            </a:r>
            <a:r>
              <a:rPr sz="20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:</a:t>
            </a:r>
            <a:r>
              <a:rPr sz="200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1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it</a:t>
            </a:r>
            <a:r>
              <a:rPr sz="200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is</a:t>
            </a:r>
            <a:r>
              <a:rPr sz="200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easy</a:t>
            </a:r>
            <a:r>
              <a:rPr sz="200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1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for</a:t>
            </a:r>
            <a:r>
              <a:rPr sz="200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programmers</a:t>
            </a:r>
            <a:r>
              <a:rPr sz="200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1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to</a:t>
            </a:r>
            <a:r>
              <a:rPr sz="200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1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write</a:t>
            </a:r>
            <a:r>
              <a:rPr sz="200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maintainable,</a:t>
            </a:r>
            <a:r>
              <a:rPr sz="200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large</a:t>
            </a:r>
            <a:r>
              <a:rPr sz="200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scale</a:t>
            </a:r>
            <a:r>
              <a:rPr sz="200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9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robust</a:t>
            </a:r>
            <a:r>
              <a:rPr sz="200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-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code</a:t>
            </a:r>
            <a:endParaRPr sz="2000" dirty="0">
              <a:latin typeface="Trebuchet MS" panose="020B0603020202020204" pitchFamily="34" charset="0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65"/>
              </a:spcBef>
              <a:buClr>
                <a:srgbClr val="2C3148"/>
              </a:buClr>
            </a:pPr>
            <a:endParaRPr sz="2000" dirty="0">
              <a:latin typeface="Trebuchet MS" panose="020B0603020202020204" pitchFamily="34" charset="0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4965" algn="l"/>
              </a:tabLst>
            </a:pPr>
            <a:r>
              <a:rPr sz="2000" b="1" spc="-2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Libraries:</a:t>
            </a:r>
            <a:r>
              <a:rPr sz="2000" b="1" spc="-6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200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Python</a:t>
            </a:r>
            <a:r>
              <a:rPr sz="200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provides</a:t>
            </a:r>
            <a:r>
              <a:rPr sz="2000" spc="-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data</a:t>
            </a:r>
            <a:r>
              <a:rPr sz="200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scientists</a:t>
            </a:r>
            <a:r>
              <a:rPr sz="200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1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with</a:t>
            </a:r>
            <a:r>
              <a:rPr sz="200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</a:t>
            </a:r>
            <a:r>
              <a:rPr sz="200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set</a:t>
            </a:r>
            <a:r>
              <a:rPr sz="200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1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of</a:t>
            </a:r>
            <a:r>
              <a:rPr sz="2000" spc="-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1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powerful</a:t>
            </a:r>
            <a:r>
              <a:rPr sz="2000" spc="-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200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efficient</a:t>
            </a:r>
            <a:r>
              <a:rPr sz="20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libraries</a:t>
            </a:r>
            <a:r>
              <a:rPr sz="200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like</a:t>
            </a:r>
            <a:r>
              <a:rPr sz="200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Scikit,</a:t>
            </a:r>
            <a:r>
              <a:rPr sz="2000" b="1" spc="-6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200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Numpy,</a:t>
            </a:r>
            <a:r>
              <a:rPr sz="2000" b="1" spc="-5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2000" b="1" spc="-3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Pandas,</a:t>
            </a:r>
            <a:r>
              <a:rPr sz="2000" b="1" spc="-7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2000" b="1" spc="-10" dirty="0" err="1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Scipy</a:t>
            </a:r>
            <a:r>
              <a:rPr lang="en-IE" sz="2000" b="1" dirty="0">
                <a:latin typeface="Trebuchet MS" panose="020B0603020202020204" pitchFamily="34" charset="0"/>
                <a:cs typeface="Arial"/>
              </a:rPr>
              <a:t> </a:t>
            </a:r>
            <a:r>
              <a:rPr sz="2000" spc="1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that</a:t>
            </a:r>
            <a:r>
              <a:rPr sz="2000" spc="9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assist</a:t>
            </a:r>
            <a:r>
              <a:rPr sz="2000" spc="1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data</a:t>
            </a:r>
            <a:r>
              <a:rPr sz="2000" spc="9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analysis</a:t>
            </a:r>
            <a:r>
              <a:rPr sz="200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2000" spc="9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large</a:t>
            </a:r>
            <a:r>
              <a:rPr sz="200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scale</a:t>
            </a:r>
            <a:r>
              <a:rPr sz="2000" spc="1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9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statistical</a:t>
            </a:r>
            <a:r>
              <a:rPr sz="2000" spc="1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200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computing.</a:t>
            </a:r>
            <a:endParaRPr sz="2000" dirty="0">
              <a:latin typeface="Trebuchet MS" panose="020B0603020202020204" pitchFamily="34" charset="0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8778" y="493665"/>
            <a:ext cx="12435840" cy="590495"/>
          </a:xfrm>
          <a:prstGeom prst="rect">
            <a:avLst/>
          </a:prstGeom>
        </p:spPr>
        <p:txBody>
          <a:bodyPr vert="horz" wrap="square" lIns="0" tIns="72720" rIns="0" bIns="0" rtlCol="0">
            <a:spAutoFit/>
          </a:bodyPr>
          <a:lstStyle/>
          <a:p>
            <a:pPr marL="3975735" algn="l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Python</a:t>
            </a:r>
            <a:r>
              <a:rPr spc="-370" dirty="0"/>
              <a:t> </a:t>
            </a:r>
            <a:r>
              <a:rPr spc="-125" dirty="0"/>
              <a:t>Environment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1304" y="1522512"/>
            <a:ext cx="13318490" cy="53357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362585">
              <a:lnSpc>
                <a:spcPct val="1331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7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Python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has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rich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powerful</a:t>
            </a:r>
            <a:r>
              <a:rPr sz="1750" b="1" spc="-3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external</a:t>
            </a:r>
            <a:r>
              <a:rPr sz="1750" b="1" spc="-4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library</a:t>
            </a:r>
            <a:r>
              <a:rPr sz="1750" b="1" spc="-2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spc="9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support</a:t>
            </a:r>
            <a:r>
              <a:rPr sz="1750" spc="-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9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which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comprises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of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external</a:t>
            </a:r>
            <a:r>
              <a:rPr sz="1750" b="1" spc="-3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spc="-2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modules</a:t>
            </a:r>
            <a:r>
              <a:rPr sz="1750" b="1" spc="-6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and</a:t>
            </a:r>
            <a:r>
              <a:rPr sz="1750" b="1" spc="-2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spc="-3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packages.</a:t>
            </a:r>
            <a:r>
              <a:rPr sz="1750" b="1" spc="1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spc="1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It</a:t>
            </a:r>
            <a:r>
              <a:rPr sz="175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has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large </a:t>
            </a:r>
            <a:r>
              <a:rPr sz="175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set</a:t>
            </a:r>
            <a:r>
              <a:rPr sz="1750" spc="-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of</a:t>
            </a:r>
            <a:r>
              <a:rPr sz="1750" spc="-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extremely</a:t>
            </a:r>
            <a:r>
              <a:rPr sz="1750" spc="-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useful</a:t>
            </a:r>
            <a:r>
              <a:rPr sz="1750" spc="-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built-</a:t>
            </a:r>
            <a:r>
              <a:rPr sz="1750" spc="9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in</a:t>
            </a:r>
            <a:r>
              <a:rPr sz="1750" spc="-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functions.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 marL="12065" marR="1277620">
              <a:lnSpc>
                <a:spcPct val="138300"/>
              </a:lnSpc>
              <a:spcBef>
                <a:spcPts val="640"/>
              </a:spcBef>
              <a:tabLst>
                <a:tab pos="354965" algn="l"/>
              </a:tabLst>
            </a:pP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Automatic</a:t>
            </a:r>
            <a:r>
              <a:rPr sz="1750" b="1" spc="-4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memory</a:t>
            </a:r>
            <a:r>
              <a:rPr sz="1750" b="1" spc="-3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management</a:t>
            </a:r>
            <a:r>
              <a:rPr sz="1750" b="1" spc="-3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spc="-1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system</a:t>
            </a:r>
            <a:r>
              <a:rPr sz="1750" b="1" spc="-1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spc="9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which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uses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14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mix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of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reference</a:t>
            </a:r>
            <a:r>
              <a:rPr sz="175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9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counting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cycle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detecting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garbage </a:t>
            </a:r>
            <a:r>
              <a:rPr sz="17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collector.</a:t>
            </a:r>
            <a:endParaRPr lang="en-IE" sz="1750" spc="65" dirty="0">
              <a:latin typeface="Trebuchet MS" panose="020B0603020202020204" pitchFamily="34" charset="0"/>
              <a:cs typeface="Microsoft Sans Serif"/>
            </a:endParaRPr>
          </a:p>
          <a:p>
            <a:pPr marL="12065" marR="1277620">
              <a:lnSpc>
                <a:spcPct val="138300"/>
              </a:lnSpc>
              <a:spcBef>
                <a:spcPts val="640"/>
              </a:spcBef>
              <a:tabLst>
                <a:tab pos="354965" algn="l"/>
              </a:tabLst>
            </a:pPr>
            <a:r>
              <a:rPr sz="180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Now,</a:t>
            </a:r>
            <a:r>
              <a:rPr sz="1800" b="1" spc="-1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80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how</a:t>
            </a:r>
            <a:r>
              <a:rPr sz="1800" b="1" spc="1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800" b="1" spc="-4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does</a:t>
            </a:r>
            <a:r>
              <a:rPr sz="1800" b="1" spc="-1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80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reference</a:t>
            </a:r>
            <a:r>
              <a:rPr sz="1800" b="1" spc="-2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80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counting</a:t>
            </a:r>
            <a:r>
              <a:rPr sz="1800" b="1" spc="-2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800" b="1" spc="-1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works?</a:t>
            </a:r>
            <a:endParaRPr lang="en-IE" sz="1800" b="1" spc="-10" dirty="0">
              <a:latin typeface="Trebuchet MS" panose="020B0603020202020204" pitchFamily="34" charset="0"/>
              <a:cs typeface="Arial"/>
            </a:endParaRPr>
          </a:p>
          <a:p>
            <a:pPr marL="12065" marR="1277620">
              <a:lnSpc>
                <a:spcPct val="138300"/>
              </a:lnSpc>
              <a:spcBef>
                <a:spcPts val="640"/>
              </a:spcBef>
              <a:tabLst>
                <a:tab pos="354965" algn="l"/>
              </a:tabLst>
            </a:pP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Every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Python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object</a:t>
            </a:r>
            <a:r>
              <a:rPr sz="175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has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reference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counter.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An</a:t>
            </a:r>
            <a:r>
              <a:rPr sz="175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9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extra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9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counter</a:t>
            </a:r>
            <a:r>
              <a:rPr sz="175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is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kept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along</a:t>
            </a:r>
            <a:r>
              <a:rPr sz="1750" spc="-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with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each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object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that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is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created.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Anytime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-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 </a:t>
            </a: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reference</a:t>
            </a:r>
            <a:r>
              <a:rPr sz="1750" spc="-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is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copied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9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counter</a:t>
            </a:r>
            <a:r>
              <a:rPr sz="175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is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incremented,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and</a:t>
            </a:r>
            <a:r>
              <a:rPr sz="175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anytime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reference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goes </a:t>
            </a:r>
            <a:r>
              <a:rPr sz="1750" spc="1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out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of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scope,</a:t>
            </a:r>
            <a:r>
              <a:rPr sz="175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or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is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reset,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9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counter</a:t>
            </a:r>
            <a:r>
              <a:rPr sz="175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is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decremented.</a:t>
            </a:r>
            <a:endParaRPr lang="en-IE" sz="1750" dirty="0">
              <a:latin typeface="Trebuchet MS" panose="020B0603020202020204" pitchFamily="34" charset="0"/>
              <a:cs typeface="Microsoft Sans Serif"/>
            </a:endParaRPr>
          </a:p>
          <a:p>
            <a:pPr marL="12065" marR="1277620">
              <a:lnSpc>
                <a:spcPct val="138300"/>
              </a:lnSpc>
              <a:spcBef>
                <a:spcPts val="640"/>
              </a:spcBef>
              <a:tabLst>
                <a:tab pos="354965" algn="l"/>
              </a:tabLst>
            </a:pPr>
            <a:r>
              <a:rPr sz="1750" b="1" spc="7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What</a:t>
            </a:r>
            <a:r>
              <a:rPr sz="1750" b="1" spc="-6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spc="-4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does </a:t>
            </a:r>
            <a:r>
              <a:rPr sz="1750" b="1" spc="5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the</a:t>
            </a:r>
            <a:r>
              <a:rPr sz="1750" b="1" spc="-2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spc="-3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Cycle</a:t>
            </a:r>
            <a:r>
              <a:rPr sz="1750" b="1" spc="-4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Detection</a:t>
            </a:r>
            <a:r>
              <a:rPr sz="1750" b="1" spc="-4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spc="-3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Garbage</a:t>
            </a:r>
            <a:r>
              <a:rPr sz="1750" b="1" spc="-4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collector</a:t>
            </a:r>
            <a:r>
              <a:rPr sz="1750" b="1" spc="-4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spc="-2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do</a:t>
            </a:r>
            <a:r>
              <a:rPr sz="1800" b="1" spc="-2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?</a:t>
            </a:r>
            <a:endParaRPr lang="en-IE" sz="1800" b="1" dirty="0">
              <a:latin typeface="Trebuchet MS" panose="020B0603020202020204" pitchFamily="34" charset="0"/>
              <a:cs typeface="Arial"/>
            </a:endParaRPr>
          </a:p>
          <a:p>
            <a:pPr marL="12065" marR="1277620">
              <a:lnSpc>
                <a:spcPct val="138300"/>
              </a:lnSpc>
              <a:spcBef>
                <a:spcPts val="640"/>
              </a:spcBef>
              <a:tabLst>
                <a:tab pos="354965" algn="l"/>
              </a:tabLst>
            </a:pPr>
            <a:r>
              <a:rPr sz="1750" spc="1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It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detects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objects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9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which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are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no</a:t>
            </a:r>
            <a:r>
              <a:rPr sz="175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longer</a:t>
            </a:r>
            <a:r>
              <a:rPr sz="1750" spc="-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referenced</a:t>
            </a:r>
            <a:r>
              <a:rPr sz="1750" spc="-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recycles</a:t>
            </a:r>
            <a:r>
              <a:rPr sz="175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unused</a:t>
            </a:r>
            <a:r>
              <a:rPr sz="1750" spc="-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9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memory</a:t>
            </a:r>
            <a:r>
              <a:rPr sz="1750" spc="-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by</a:t>
            </a:r>
            <a:r>
              <a:rPr sz="175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freeing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up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memory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14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from</a:t>
            </a:r>
            <a:r>
              <a:rPr lang="en-IE" sz="1750" spc="114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those</a:t>
            </a:r>
            <a:r>
              <a:rPr sz="1750" spc="-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objects.</a:t>
            </a:r>
            <a:endParaRPr lang="en-IE" sz="1750" spc="45" dirty="0">
              <a:solidFill>
                <a:srgbClr val="2C3148"/>
              </a:solidFill>
              <a:latin typeface="Trebuchet MS" panose="020B0603020202020204" pitchFamily="34" charset="0"/>
              <a:cs typeface="Microsoft Sans Serif"/>
            </a:endParaRPr>
          </a:p>
          <a:p>
            <a:pPr marL="12065" marR="1277620">
              <a:lnSpc>
                <a:spcPct val="138300"/>
              </a:lnSpc>
              <a:spcBef>
                <a:spcPts val="640"/>
              </a:spcBef>
              <a:tabLst>
                <a:tab pos="354965" algn="l"/>
              </a:tabLst>
            </a:pPr>
            <a:endParaRPr lang="en-IE" sz="1750" dirty="0">
              <a:latin typeface="Trebuchet MS" panose="020B0603020202020204" pitchFamily="34" charset="0"/>
              <a:cs typeface="Microsoft Sans Serif"/>
            </a:endParaRPr>
          </a:p>
          <a:p>
            <a:pPr marL="12065" marR="1277620">
              <a:lnSpc>
                <a:spcPct val="138300"/>
              </a:lnSpc>
              <a:spcBef>
                <a:spcPts val="640"/>
              </a:spcBef>
              <a:tabLst>
                <a:tab pos="354965" algn="l"/>
              </a:tabLst>
            </a:pPr>
            <a:r>
              <a:rPr sz="17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Python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commands</a:t>
            </a:r>
            <a:r>
              <a:rPr sz="1750" spc="-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are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b="1" spc="-5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case</a:t>
            </a:r>
            <a:r>
              <a:rPr sz="1750" b="1" spc="-5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spc="-1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sensitive.</a:t>
            </a:r>
            <a:endParaRPr sz="1750" dirty="0">
              <a:latin typeface="Trebuchet MS" panose="020B0603020202020204" pitchFamily="34" charset="0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1813" rIns="0" bIns="0" rtlCol="0">
            <a:spAutoFit/>
          </a:bodyPr>
          <a:lstStyle/>
          <a:p>
            <a:pPr marL="5294630">
              <a:lnSpc>
                <a:spcPct val="100000"/>
              </a:lnSpc>
              <a:spcBef>
                <a:spcPts val="100"/>
              </a:spcBef>
            </a:pPr>
            <a:r>
              <a:rPr spc="-285" dirty="0"/>
              <a:t>IDE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1304" y="1807261"/>
            <a:ext cx="12895580" cy="691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33100"/>
              </a:lnSpc>
              <a:spcBef>
                <a:spcPts val="100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Integrated</a:t>
            </a:r>
            <a:r>
              <a:rPr sz="1750" b="1" spc="-3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Development</a:t>
            </a:r>
            <a:r>
              <a:rPr sz="1750" b="1" spc="-3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spc="-1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Environment(IDE)</a:t>
            </a:r>
            <a:r>
              <a:rPr sz="1750" b="1" spc="2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is a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9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software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9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which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provides</a:t>
            </a:r>
            <a:r>
              <a:rPr sz="1750" spc="-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programmers</a:t>
            </a:r>
            <a:r>
              <a:rPr sz="1750" spc="-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with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interface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combined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with </a:t>
            </a:r>
            <a:r>
              <a:rPr sz="17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all</a:t>
            </a:r>
            <a:r>
              <a:rPr sz="1750" spc="-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750" spc="-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9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tools</a:t>
            </a:r>
            <a:r>
              <a:rPr sz="1750" spc="-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at</a:t>
            </a:r>
            <a:r>
              <a:rPr sz="1750" spc="-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hand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1304" y="2876353"/>
            <a:ext cx="12339320" cy="2819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17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Selection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of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right</a:t>
            </a:r>
            <a:r>
              <a:rPr sz="1750" spc="-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IDE</a:t>
            </a:r>
            <a:r>
              <a:rPr sz="1750" spc="-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influences</a:t>
            </a:r>
            <a:r>
              <a:rPr sz="1750" spc="-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75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productivity</a:t>
            </a:r>
            <a:r>
              <a:rPr sz="1750" spc="-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1750" spc="-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effectiveness</a:t>
            </a:r>
            <a:r>
              <a:rPr sz="1750" spc="-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of</a:t>
            </a:r>
            <a:r>
              <a:rPr sz="1750" spc="-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Python</a:t>
            </a:r>
            <a:r>
              <a:rPr sz="175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programming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>
              <a:lnSpc>
                <a:spcPct val="100000"/>
              </a:lnSpc>
              <a:buClr>
                <a:srgbClr val="2C3148"/>
              </a:buClr>
              <a:buFont typeface="Microsoft Sans Serif"/>
              <a:buChar char="•"/>
            </a:pP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40"/>
              </a:spcBef>
              <a:buClr>
                <a:srgbClr val="2C3148"/>
              </a:buClr>
              <a:buFont typeface="Microsoft Sans Serif"/>
              <a:buChar char="•"/>
            </a:pP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 marL="354965" marR="5080" indent="-342900">
              <a:lnSpc>
                <a:spcPct val="133100"/>
              </a:lnSpc>
              <a:buChar char="•"/>
              <a:tabLst>
                <a:tab pos="354965" algn="l"/>
              </a:tabLst>
            </a:pP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There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are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many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IDE's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for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Python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9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(for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data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science)</a:t>
            </a:r>
            <a:r>
              <a:rPr sz="17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such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as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Spyder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(</a:t>
            </a:r>
            <a:r>
              <a:rPr sz="1750" b="1" spc="6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S</a:t>
            </a:r>
            <a:r>
              <a:rPr sz="17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cientific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b="1" spc="6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PY</a:t>
            </a:r>
            <a:r>
              <a:rPr sz="17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thon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b="1" spc="7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D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evelopment</a:t>
            </a:r>
            <a:r>
              <a:rPr sz="1750" spc="-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b="1" spc="3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E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nvi</a:t>
            </a:r>
            <a:r>
              <a:rPr sz="1750" b="1" spc="3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R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onment),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Jupyter</a:t>
            </a: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9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Notebook</a:t>
            </a:r>
            <a:r>
              <a:rPr sz="17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17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-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VS</a:t>
            </a: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Code</a:t>
            </a:r>
            <a:r>
              <a:rPr sz="17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(actually</a:t>
            </a:r>
            <a:r>
              <a:rPr sz="17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</a:t>
            </a:r>
            <a:r>
              <a:rPr sz="17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code</a:t>
            </a:r>
            <a:r>
              <a:rPr sz="17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editor)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910"/>
              </a:spcBef>
              <a:buClr>
                <a:srgbClr val="2C3148"/>
              </a:buClr>
              <a:buFont typeface="Microsoft Sans Serif"/>
              <a:buChar char="•"/>
            </a:pP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 marL="354965" indent="-342265">
              <a:lnSpc>
                <a:spcPct val="100000"/>
              </a:lnSpc>
              <a:buFont typeface="Microsoft Sans Serif"/>
              <a:buChar char="•"/>
              <a:tabLst>
                <a:tab pos="354965" algn="l"/>
              </a:tabLst>
            </a:pP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Most</a:t>
            </a:r>
            <a:r>
              <a:rPr sz="1750" b="1" spc="-5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recommended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widely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used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among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these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are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lang="en-US" sz="1750" b="1" spc="-25" dirty="0" err="1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VSCode</a:t>
            </a:r>
            <a:r>
              <a:rPr sz="1750" b="1" spc="-3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and</a:t>
            </a:r>
            <a:r>
              <a:rPr sz="1750" b="1" spc="-2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spc="-4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Jupyter</a:t>
            </a:r>
            <a:r>
              <a:rPr sz="1750" b="1" spc="-4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spc="-1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Notebook.</a:t>
            </a:r>
            <a:endParaRPr sz="1750" dirty="0">
              <a:latin typeface="Trebuchet MS" panose="020B0603020202020204" pitchFamily="34" charset="0"/>
              <a:cs typeface="Arial"/>
            </a:endParaRPr>
          </a:p>
          <a:p>
            <a:pPr>
              <a:lnSpc>
                <a:spcPct val="100000"/>
              </a:lnSpc>
              <a:spcBef>
                <a:spcPts val="1230"/>
              </a:spcBef>
              <a:buClr>
                <a:srgbClr val="2C3148"/>
              </a:buClr>
              <a:buFont typeface="Microsoft Sans Serif"/>
              <a:buChar char="•"/>
            </a:pPr>
            <a:endParaRPr sz="1750" dirty="0">
              <a:latin typeface="Trebuchet MS" panose="020B0603020202020204" pitchFamily="34" charset="0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127" rIns="0" bIns="0" rtlCol="0">
            <a:spAutoFit/>
          </a:bodyPr>
          <a:lstStyle/>
          <a:p>
            <a:pPr marL="125095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Installing</a:t>
            </a:r>
            <a:r>
              <a:rPr spc="-355" dirty="0"/>
              <a:t> </a:t>
            </a:r>
            <a:r>
              <a:rPr spc="-80" dirty="0"/>
              <a:t>Python</a:t>
            </a:r>
            <a:r>
              <a:rPr spc="-360" dirty="0"/>
              <a:t> </a:t>
            </a:r>
            <a:r>
              <a:rPr spc="-220" dirty="0"/>
              <a:t>on</a:t>
            </a:r>
            <a:r>
              <a:rPr spc="-375" dirty="0"/>
              <a:t> </a:t>
            </a:r>
            <a:r>
              <a:rPr spc="-204" dirty="0"/>
              <a:t>Windows,</a:t>
            </a:r>
            <a:r>
              <a:rPr spc="-360" dirty="0"/>
              <a:t> </a:t>
            </a:r>
            <a:r>
              <a:rPr spc="-260" dirty="0"/>
              <a:t>Mac</a:t>
            </a:r>
            <a:r>
              <a:rPr spc="-360" dirty="0"/>
              <a:t> </a:t>
            </a:r>
            <a:r>
              <a:rPr spc="-195" dirty="0"/>
              <a:t>and</a:t>
            </a:r>
            <a:r>
              <a:rPr spc="-360" dirty="0"/>
              <a:t> </a:t>
            </a:r>
            <a:r>
              <a:rPr spc="-204" dirty="0"/>
              <a:t>Linux</a:t>
            </a:r>
            <a:r>
              <a:rPr spc="-360" dirty="0"/>
              <a:t> </a:t>
            </a:r>
            <a:r>
              <a:rPr spc="-25" dirty="0"/>
              <a:t>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1304" y="1811655"/>
            <a:ext cx="12784455" cy="4606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17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Python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is</a:t>
            </a:r>
            <a:r>
              <a:rPr sz="17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</a:t>
            </a:r>
            <a:r>
              <a:rPr sz="17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high</a:t>
            </a:r>
            <a:r>
              <a:rPr sz="17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level,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9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interpreted</a:t>
            </a:r>
            <a:r>
              <a:rPr sz="17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language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that</a:t>
            </a:r>
            <a:r>
              <a:rPr sz="17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usually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comes</a:t>
            </a:r>
            <a:r>
              <a:rPr sz="17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pre-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installed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on</a:t>
            </a:r>
            <a:r>
              <a:rPr sz="17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all </a:t>
            </a:r>
            <a:r>
              <a:rPr sz="17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computers.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810"/>
              </a:spcBef>
              <a:buClr>
                <a:srgbClr val="2C3148"/>
              </a:buClr>
              <a:buFont typeface="Microsoft Sans Serif"/>
              <a:buChar char="•"/>
            </a:pP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 marL="354965" marR="5080" indent="-342900">
              <a:lnSpc>
                <a:spcPct val="135800"/>
              </a:lnSpc>
              <a:buChar char="•"/>
              <a:tabLst>
                <a:tab pos="354965" algn="l"/>
              </a:tabLst>
            </a:pP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Because</a:t>
            </a:r>
            <a:r>
              <a:rPr sz="17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Python</a:t>
            </a:r>
            <a:r>
              <a:rPr sz="17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is</a:t>
            </a:r>
            <a:r>
              <a:rPr sz="17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widely</a:t>
            </a:r>
            <a:r>
              <a:rPr sz="17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used</a:t>
            </a:r>
            <a:r>
              <a:rPr sz="17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for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various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purposes,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it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has</a:t>
            </a:r>
            <a:r>
              <a:rPr sz="17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</a:t>
            </a:r>
            <a:r>
              <a:rPr sz="17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lot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of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packages</a:t>
            </a:r>
            <a:r>
              <a:rPr sz="17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available</a:t>
            </a:r>
            <a:r>
              <a:rPr sz="17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9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which</a:t>
            </a:r>
            <a:r>
              <a:rPr sz="17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are</a:t>
            </a:r>
            <a:r>
              <a:rPr sz="17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all</a:t>
            </a:r>
            <a:r>
              <a:rPr sz="17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compatible</a:t>
            </a:r>
            <a:r>
              <a:rPr sz="17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with </a:t>
            </a:r>
            <a:r>
              <a:rPr sz="1750" spc="114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different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versions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of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language. This</a:t>
            </a:r>
            <a:r>
              <a:rPr sz="17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can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be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9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painful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for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</a:t>
            </a:r>
            <a:r>
              <a:rPr sz="17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beginner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to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manage,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14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right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at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introduction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to</a:t>
            </a:r>
            <a:r>
              <a:rPr sz="17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his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or</a:t>
            </a:r>
            <a:r>
              <a:rPr sz="17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her </a:t>
            </a:r>
            <a:r>
              <a:rPr sz="17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journey.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725"/>
              </a:spcBef>
              <a:buClr>
                <a:srgbClr val="2C3148"/>
              </a:buClr>
              <a:buFont typeface="Microsoft Sans Serif"/>
              <a:buChar char="•"/>
            </a:pP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 marL="353060" marR="91440" indent="-340995" algn="just">
              <a:lnSpc>
                <a:spcPct val="135800"/>
              </a:lnSpc>
              <a:buChar char="•"/>
              <a:tabLst>
                <a:tab pos="354965" algn="l"/>
              </a:tabLst>
            </a:pP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easiest</a:t>
            </a:r>
            <a:r>
              <a:rPr sz="17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way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of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installing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Python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for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data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science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is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to</a:t>
            </a:r>
            <a:r>
              <a:rPr sz="17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use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Data</a:t>
            </a:r>
            <a:r>
              <a:rPr sz="17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Science</a:t>
            </a:r>
            <a:r>
              <a:rPr sz="17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Package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Manager,</a:t>
            </a:r>
            <a:r>
              <a:rPr sz="17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b="1" spc="-3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Anaconda.</a:t>
            </a:r>
            <a:r>
              <a:rPr sz="1750" b="1" spc="-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spc="1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It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is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 	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simplest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way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to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install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Python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with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all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libraries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you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need,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it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manages</a:t>
            </a:r>
            <a:r>
              <a:rPr sz="175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all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package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compatibility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issues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doesn't </a:t>
            </a:r>
            <a:r>
              <a:rPr sz="1750" spc="9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interfere</a:t>
            </a:r>
            <a:r>
              <a:rPr sz="1750" spc="-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with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75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required</a:t>
            </a:r>
            <a:r>
              <a:rPr sz="1750" spc="-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system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libraries.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785"/>
              </a:spcBef>
              <a:buClr>
                <a:srgbClr val="2C3148"/>
              </a:buClr>
              <a:buFont typeface="Microsoft Sans Serif"/>
              <a:buChar char="•"/>
            </a:pP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 marL="354965" marR="330200" indent="-342900">
              <a:lnSpc>
                <a:spcPct val="133100"/>
              </a:lnSpc>
              <a:spcBef>
                <a:spcPts val="5"/>
              </a:spcBef>
              <a:buChar char="•"/>
              <a:tabLst>
                <a:tab pos="354965" algn="l"/>
              </a:tabLst>
            </a:pPr>
            <a:r>
              <a:rPr sz="1750" spc="1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If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you</a:t>
            </a:r>
            <a:r>
              <a:rPr sz="1750" spc="-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9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still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wish</a:t>
            </a:r>
            <a:r>
              <a:rPr sz="1750" spc="-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to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download</a:t>
            </a:r>
            <a:r>
              <a:rPr sz="1750" spc="-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python</a:t>
            </a:r>
            <a:r>
              <a:rPr sz="1750" spc="-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separately,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you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can</a:t>
            </a:r>
            <a:r>
              <a:rPr sz="1750" spc="-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go</a:t>
            </a:r>
            <a:r>
              <a:rPr sz="1750" spc="-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to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u="sng" spc="105" dirty="0">
                <a:solidFill>
                  <a:srgbClr val="436F66"/>
                </a:solidFill>
                <a:uFill>
                  <a:solidFill>
                    <a:srgbClr val="436F66"/>
                  </a:solidFill>
                </a:uFill>
                <a:latin typeface="Trebuchet MS" panose="020B0603020202020204" pitchFamily="34" charset="0"/>
                <a:cs typeface="Microsoft Sans Serif"/>
                <a:hlinkClick r:id="rId2"/>
              </a:rPr>
              <a:t>http://www.python.org</a:t>
            </a:r>
            <a:r>
              <a:rPr sz="1750" spc="-55" dirty="0">
                <a:solidFill>
                  <a:srgbClr val="436F66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175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select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version</a:t>
            </a:r>
            <a:r>
              <a:rPr sz="1750" spc="-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that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-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is </a:t>
            </a:r>
            <a:r>
              <a:rPr sz="17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suitable</a:t>
            </a:r>
            <a:r>
              <a:rPr sz="175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for</a:t>
            </a:r>
            <a:r>
              <a:rPr sz="1750" spc="-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your</a:t>
            </a:r>
            <a:r>
              <a:rPr sz="1750" spc="-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Operating</a:t>
            </a:r>
            <a:r>
              <a:rPr sz="175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system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1750" spc="-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hardware.</a:t>
            </a:r>
            <a:r>
              <a:rPr sz="1750" spc="-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Be</a:t>
            </a:r>
            <a:r>
              <a:rPr sz="175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careful</a:t>
            </a:r>
            <a:r>
              <a:rPr sz="1750" spc="-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to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select</a:t>
            </a:r>
            <a:r>
              <a:rPr sz="1750" spc="-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75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9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latest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stable</a:t>
            </a:r>
            <a:r>
              <a:rPr sz="1750" spc="-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version.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8778" y="154360"/>
            <a:ext cx="12435840" cy="981073"/>
          </a:xfrm>
          <a:prstGeom prst="rect">
            <a:avLst/>
          </a:prstGeom>
        </p:spPr>
        <p:txBody>
          <a:bodyPr vert="horz" wrap="square" lIns="0" tIns="357123" rIns="0" bIns="0" rtlCol="0">
            <a:spAutoFit/>
          </a:bodyPr>
          <a:lstStyle/>
          <a:p>
            <a:pPr marL="2517775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Anaconda</a:t>
            </a:r>
            <a:r>
              <a:rPr spc="-355" dirty="0"/>
              <a:t> </a:t>
            </a:r>
            <a:r>
              <a:rPr spc="-195" dirty="0"/>
              <a:t>&amp;</a:t>
            </a:r>
            <a:r>
              <a:rPr spc="-340" dirty="0"/>
              <a:t> </a:t>
            </a:r>
            <a:r>
              <a:rPr spc="-170" dirty="0"/>
              <a:t>the</a:t>
            </a:r>
            <a:r>
              <a:rPr spc="-355" dirty="0"/>
              <a:t> </a:t>
            </a:r>
            <a:r>
              <a:rPr spc="-254" dirty="0"/>
              <a:t>Conda</a:t>
            </a:r>
            <a:r>
              <a:rPr spc="-350" dirty="0"/>
              <a:t> </a:t>
            </a:r>
            <a:r>
              <a:rPr spc="-165" dirty="0"/>
              <a:t>Distribution</a:t>
            </a:r>
          </a:p>
        </p:txBody>
      </p:sp>
      <p:sp>
        <p:nvSpPr>
          <p:cNvPr id="3" name="object 3"/>
          <p:cNvSpPr/>
          <p:nvPr/>
        </p:nvSpPr>
        <p:spPr>
          <a:xfrm>
            <a:off x="793788" y="1810544"/>
            <a:ext cx="3296920" cy="407034"/>
          </a:xfrm>
          <a:custGeom>
            <a:avLst/>
            <a:gdLst/>
            <a:ahLst/>
            <a:cxnLst/>
            <a:rect l="l" t="t" r="r" b="b"/>
            <a:pathLst>
              <a:path w="3296920" h="407035">
                <a:moveTo>
                  <a:pt x="3296412" y="0"/>
                </a:moveTo>
                <a:lnTo>
                  <a:pt x="0" y="0"/>
                </a:lnTo>
                <a:lnTo>
                  <a:pt x="0" y="406908"/>
                </a:lnTo>
                <a:lnTo>
                  <a:pt x="3296412" y="406908"/>
                </a:lnTo>
                <a:lnTo>
                  <a:pt x="329641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81304" y="1883138"/>
            <a:ext cx="12962890" cy="4696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conda</a:t>
            </a:r>
            <a:r>
              <a:rPr sz="1750" spc="-35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install</a:t>
            </a:r>
            <a:r>
              <a:rPr sz="1750" spc="-2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&lt;packagename&gt;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.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har char="•"/>
              <a:tabLst>
                <a:tab pos="354965" algn="l"/>
              </a:tabLst>
            </a:pP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7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Conda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distribution</a:t>
            </a:r>
            <a:r>
              <a:rPr sz="17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is</a:t>
            </a:r>
            <a:r>
              <a:rPr sz="17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</a:t>
            </a:r>
            <a:r>
              <a:rPr sz="17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open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data</a:t>
            </a:r>
            <a:r>
              <a:rPr sz="17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science</a:t>
            </a:r>
            <a:r>
              <a:rPr sz="17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14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platform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powered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by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Python.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It</a:t>
            </a:r>
            <a:r>
              <a:rPr sz="17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consists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of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two</a:t>
            </a:r>
            <a:r>
              <a:rPr sz="17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package</a:t>
            </a:r>
            <a:r>
              <a:rPr sz="17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managers</a:t>
            </a:r>
            <a:r>
              <a:rPr sz="17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3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–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 marL="354965">
              <a:lnSpc>
                <a:spcPct val="100000"/>
              </a:lnSpc>
              <a:spcBef>
                <a:spcPts val="695"/>
              </a:spcBef>
            </a:pP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Anaconda</a:t>
            </a:r>
            <a:r>
              <a:rPr sz="1750" spc="1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9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&amp;</a:t>
            </a:r>
            <a:r>
              <a:rPr sz="1750" spc="1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Miniconda.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350"/>
              </a:spcBef>
              <a:buChar char="•"/>
              <a:tabLst>
                <a:tab pos="354965" algn="l"/>
              </a:tabLst>
            </a:pP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Anaconda</a:t>
            </a:r>
            <a:r>
              <a:rPr sz="1750" spc="1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package</a:t>
            </a:r>
            <a:r>
              <a:rPr sz="1750" spc="1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list</a:t>
            </a:r>
            <a:r>
              <a:rPr sz="1750" spc="1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includes: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 marL="697865" lvl="1" indent="-342900">
              <a:lnSpc>
                <a:spcPct val="100000"/>
              </a:lnSpc>
              <a:spcBef>
                <a:spcPts val="1380"/>
              </a:spcBef>
              <a:buChar char="•"/>
              <a:tabLst>
                <a:tab pos="697865" algn="l"/>
              </a:tabLst>
            </a:pP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easy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9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installation</a:t>
            </a:r>
            <a:r>
              <a:rPr sz="17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of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Python(2.7.12,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3.4.5,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3.5.2</a:t>
            </a:r>
            <a:r>
              <a:rPr sz="17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-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3.6)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 marL="697865" lvl="1" indent="-342900">
              <a:lnSpc>
                <a:spcPct val="100000"/>
              </a:lnSpc>
              <a:spcBef>
                <a:spcPts val="1380"/>
              </a:spcBef>
              <a:buChar char="•"/>
              <a:tabLst>
                <a:tab pos="697865" algn="l"/>
              </a:tabLst>
            </a:pP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updates</a:t>
            </a:r>
            <a:r>
              <a:rPr sz="1750" spc="-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of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over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100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pre-</a:t>
            </a:r>
            <a:r>
              <a:rPr sz="1750" spc="1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built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9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tested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scientific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analytic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Python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packages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 marL="697865" lvl="1" indent="-342900">
              <a:lnSpc>
                <a:spcPct val="100000"/>
              </a:lnSpc>
              <a:spcBef>
                <a:spcPts val="1385"/>
              </a:spcBef>
              <a:buChar char="•"/>
              <a:tabLst>
                <a:tab pos="697865" algn="l"/>
              </a:tabLst>
            </a:pP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over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620</a:t>
            </a:r>
            <a:r>
              <a:rPr sz="17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more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packages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available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via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</a:t>
            </a:r>
            <a:r>
              <a:rPr sz="17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simple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command: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 marL="697865" marR="5080" lvl="1" indent="-342900">
              <a:lnSpc>
                <a:spcPct val="133100"/>
              </a:lnSpc>
              <a:spcBef>
                <a:spcPts val="785"/>
              </a:spcBef>
              <a:buChar char="•"/>
              <a:tabLst>
                <a:tab pos="697865" algn="l"/>
              </a:tabLst>
            </a:pPr>
            <a:r>
              <a:rPr sz="17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open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source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development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environments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such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as</a:t>
            </a:r>
            <a:r>
              <a:rPr sz="17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Jupyter/IPython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17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Spyder</a:t>
            </a:r>
            <a:r>
              <a:rPr sz="17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17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is</a:t>
            </a:r>
            <a:r>
              <a:rPr sz="17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supported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by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Sublime</a:t>
            </a:r>
            <a:r>
              <a:rPr sz="17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9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Text</a:t>
            </a:r>
            <a:r>
              <a:rPr sz="17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2</a:t>
            </a:r>
            <a:r>
              <a:rPr sz="17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-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 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PyCharm.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 marL="354965" marR="387350" indent="-342900">
              <a:lnSpc>
                <a:spcPct val="133100"/>
              </a:lnSpc>
              <a:spcBef>
                <a:spcPts val="750"/>
              </a:spcBef>
              <a:buChar char="•"/>
              <a:tabLst>
                <a:tab pos="354965" algn="l"/>
              </a:tabLst>
            </a:pP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However,</a:t>
            </a:r>
            <a:r>
              <a:rPr sz="1750" spc="-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Anaconda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takes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up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 </a:t>
            </a:r>
            <a:r>
              <a:rPr sz="1750" spc="1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lot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of</a:t>
            </a:r>
            <a:r>
              <a:rPr sz="175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disk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space </a:t>
            </a:r>
            <a:r>
              <a:rPr sz="1750" spc="9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which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is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why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Miniconda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comes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9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in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as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 </a:t>
            </a:r>
            <a:r>
              <a:rPr sz="175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alternative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3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–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it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includes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only </a:t>
            </a:r>
            <a:r>
              <a:rPr sz="17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conda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and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Python,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where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all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other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packages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can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be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installed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separately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as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per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your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needs.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8778" y="154360"/>
            <a:ext cx="12435840" cy="981073"/>
          </a:xfrm>
          <a:prstGeom prst="rect">
            <a:avLst/>
          </a:prstGeom>
        </p:spPr>
        <p:txBody>
          <a:bodyPr vert="horz" wrap="square" lIns="0" tIns="162305" rIns="0" bIns="0" rtlCol="0">
            <a:spAutoFit/>
          </a:bodyPr>
          <a:lstStyle/>
          <a:p>
            <a:pPr marL="3510279">
              <a:lnSpc>
                <a:spcPct val="100000"/>
              </a:lnSpc>
              <a:spcBef>
                <a:spcPts val="100"/>
              </a:spcBef>
            </a:pPr>
            <a:r>
              <a:rPr sz="3550" spc="-150" dirty="0"/>
              <a:t>Installing</a:t>
            </a:r>
            <a:r>
              <a:rPr sz="3550" spc="-245" dirty="0"/>
              <a:t> </a:t>
            </a:r>
            <a:r>
              <a:rPr sz="3550" spc="-135" dirty="0"/>
              <a:t>Anaconda</a:t>
            </a:r>
            <a:r>
              <a:rPr sz="3550" spc="-240" dirty="0"/>
              <a:t> </a:t>
            </a:r>
            <a:r>
              <a:rPr sz="3550" spc="-85" dirty="0"/>
              <a:t>(Simulation)</a:t>
            </a:r>
            <a:endParaRPr sz="3550" dirty="0"/>
          </a:p>
        </p:txBody>
      </p:sp>
      <p:sp>
        <p:nvSpPr>
          <p:cNvPr id="3" name="object 3"/>
          <p:cNvSpPr txBox="1"/>
          <p:nvPr/>
        </p:nvSpPr>
        <p:spPr>
          <a:xfrm>
            <a:off x="632767" y="1146411"/>
            <a:ext cx="13317219" cy="12724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Steps</a:t>
            </a:r>
            <a:r>
              <a:rPr sz="1800" b="1" spc="-4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80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(for</a:t>
            </a:r>
            <a:r>
              <a:rPr sz="1800" b="1" spc="-4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80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all</a:t>
            </a:r>
            <a:r>
              <a:rPr sz="1800" b="1" spc="-4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800" b="1" spc="-2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OS):</a:t>
            </a:r>
            <a:endParaRPr sz="1800" dirty="0">
              <a:latin typeface="Trebuchet MS" panose="020B0603020202020204" pitchFamily="34" charset="0"/>
              <a:cs typeface="Arial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800" dirty="0">
              <a:latin typeface="Trebuchet MS" panose="020B0603020202020204" pitchFamily="34" charset="0"/>
              <a:cs typeface="Arial"/>
            </a:endParaRPr>
          </a:p>
          <a:p>
            <a:pPr marL="355600" marR="5080" indent="-342900">
              <a:lnSpc>
                <a:spcPct val="132100"/>
              </a:lnSpc>
              <a:buChar char="•"/>
              <a:tabLst>
                <a:tab pos="355600" algn="l"/>
              </a:tabLst>
            </a:pPr>
            <a:r>
              <a:rPr sz="180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Go </a:t>
            </a:r>
            <a:r>
              <a:rPr sz="1800" spc="1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to</a:t>
            </a:r>
            <a:r>
              <a:rPr sz="180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u="sng" spc="65" dirty="0">
                <a:solidFill>
                  <a:srgbClr val="436F66"/>
                </a:solidFill>
                <a:uFill>
                  <a:solidFill>
                    <a:srgbClr val="436F66"/>
                  </a:solidFill>
                </a:uFill>
                <a:latin typeface="Trebuchet MS" panose="020B0603020202020204" pitchFamily="34" charset="0"/>
                <a:cs typeface="Microsoft Sans Serif"/>
                <a:hlinkClick r:id="rId2"/>
              </a:rPr>
              <a:t>https://www.anaconda.com/products/individual</a:t>
            </a:r>
            <a:r>
              <a:rPr sz="1800" spc="-30" dirty="0">
                <a:solidFill>
                  <a:srgbClr val="436F66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1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to</a:t>
            </a:r>
            <a:r>
              <a:rPr sz="180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download</a:t>
            </a:r>
            <a:r>
              <a:rPr sz="180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9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80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installer.</a:t>
            </a:r>
            <a:r>
              <a:rPr sz="1800" spc="-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Click</a:t>
            </a:r>
            <a:r>
              <a:rPr sz="180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on</a:t>
            </a:r>
            <a:r>
              <a:rPr sz="180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9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80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installer</a:t>
            </a:r>
            <a:r>
              <a:rPr sz="1800" spc="-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link</a:t>
            </a:r>
            <a:r>
              <a:rPr sz="1800" spc="-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according</a:t>
            </a:r>
            <a:r>
              <a:rPr sz="1800" spc="-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1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to</a:t>
            </a:r>
            <a:r>
              <a:rPr sz="180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your</a:t>
            </a:r>
            <a:r>
              <a:rPr sz="180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system.</a:t>
            </a:r>
            <a:r>
              <a:rPr sz="180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1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It</a:t>
            </a:r>
            <a:r>
              <a:rPr sz="18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will</a:t>
            </a:r>
            <a:r>
              <a:rPr sz="180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take</a:t>
            </a:r>
            <a:r>
              <a:rPr sz="18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</a:t>
            </a:r>
            <a:r>
              <a:rPr sz="180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while</a:t>
            </a:r>
            <a:r>
              <a:rPr sz="1800" spc="-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1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to </a:t>
            </a:r>
            <a:r>
              <a:rPr sz="180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download</a:t>
            </a:r>
            <a:r>
              <a:rPr sz="180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9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80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.exe</a:t>
            </a:r>
            <a:r>
              <a:rPr sz="180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file.</a:t>
            </a:r>
            <a:endParaRPr sz="1800" dirty="0">
              <a:latin typeface="Trebuchet MS" panose="020B0603020202020204" pitchFamily="34" charset="0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17408" y="2756300"/>
            <a:ext cx="6589268" cy="355536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00363" y="6379346"/>
            <a:ext cx="13360400" cy="771525"/>
            <a:chOff x="635076" y="6961581"/>
            <a:chExt cx="13360400" cy="771525"/>
          </a:xfrm>
        </p:grpSpPr>
        <p:sp>
          <p:nvSpPr>
            <p:cNvPr id="6" name="object 6"/>
            <p:cNvSpPr/>
            <p:nvPr/>
          </p:nvSpPr>
          <p:spPr>
            <a:xfrm>
              <a:off x="635076" y="6961581"/>
              <a:ext cx="13360400" cy="771525"/>
            </a:xfrm>
            <a:custGeom>
              <a:avLst/>
              <a:gdLst/>
              <a:ahLst/>
              <a:cxnLst/>
              <a:rect l="l" t="t" r="r" b="b"/>
              <a:pathLst>
                <a:path w="13360400" h="771525">
                  <a:moveTo>
                    <a:pt x="13283996" y="0"/>
                  </a:moveTo>
                  <a:lnTo>
                    <a:pt x="76212" y="0"/>
                  </a:lnTo>
                  <a:lnTo>
                    <a:pt x="46548" y="5989"/>
                  </a:lnTo>
                  <a:lnTo>
                    <a:pt x="22323" y="22323"/>
                  </a:lnTo>
                  <a:lnTo>
                    <a:pt x="5989" y="46548"/>
                  </a:lnTo>
                  <a:lnTo>
                    <a:pt x="0" y="76212"/>
                  </a:lnTo>
                  <a:lnTo>
                    <a:pt x="0" y="694842"/>
                  </a:lnTo>
                  <a:lnTo>
                    <a:pt x="5989" y="724506"/>
                  </a:lnTo>
                  <a:lnTo>
                    <a:pt x="22323" y="748731"/>
                  </a:lnTo>
                  <a:lnTo>
                    <a:pt x="46548" y="765065"/>
                  </a:lnTo>
                  <a:lnTo>
                    <a:pt x="76212" y="771055"/>
                  </a:lnTo>
                  <a:lnTo>
                    <a:pt x="13283996" y="771055"/>
                  </a:lnTo>
                  <a:lnTo>
                    <a:pt x="13313690" y="765065"/>
                  </a:lnTo>
                  <a:lnTo>
                    <a:pt x="13337908" y="748731"/>
                  </a:lnTo>
                  <a:lnTo>
                    <a:pt x="13354219" y="724506"/>
                  </a:lnTo>
                  <a:lnTo>
                    <a:pt x="13360196" y="694842"/>
                  </a:lnTo>
                  <a:lnTo>
                    <a:pt x="13360196" y="76212"/>
                  </a:lnTo>
                  <a:lnTo>
                    <a:pt x="13354219" y="46548"/>
                  </a:lnTo>
                  <a:lnTo>
                    <a:pt x="13337908" y="22323"/>
                  </a:lnTo>
                  <a:lnTo>
                    <a:pt x="13313690" y="5989"/>
                  </a:lnTo>
                  <a:lnTo>
                    <a:pt x="13283996" y="0"/>
                  </a:lnTo>
                  <a:close/>
                </a:path>
              </a:pathLst>
            </a:custGeom>
            <a:solidFill>
              <a:srgbClr val="CFE1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6533" y="7212457"/>
              <a:ext cx="226809" cy="18144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285473" y="6503543"/>
            <a:ext cx="10653138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Once</a:t>
            </a:r>
            <a:r>
              <a:rPr sz="180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you</a:t>
            </a:r>
            <a:r>
              <a:rPr sz="180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have</a:t>
            </a:r>
            <a:r>
              <a:rPr sz="180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downloaded</a:t>
            </a:r>
            <a:r>
              <a:rPr sz="1800" spc="-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9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80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file,</a:t>
            </a:r>
            <a:r>
              <a:rPr sz="1800" spc="-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open</a:t>
            </a:r>
            <a:r>
              <a:rPr sz="180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1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it</a:t>
            </a:r>
            <a:r>
              <a:rPr sz="180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 </a:t>
            </a:r>
            <a:r>
              <a:rPr sz="1800" spc="9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follow</a:t>
            </a:r>
            <a:r>
              <a:rPr sz="180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9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80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instructions</a:t>
            </a:r>
            <a:r>
              <a:rPr sz="1800" spc="-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1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of</a:t>
            </a:r>
            <a:r>
              <a:rPr sz="180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9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80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installer.</a:t>
            </a:r>
            <a:r>
              <a:rPr lang="en-IE" sz="18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70" dirty="0">
                <a:latin typeface="Trebuchet MS" panose="020B0603020202020204" pitchFamily="34" charset="0"/>
                <a:cs typeface="Microsoft Sans Serif"/>
              </a:rPr>
              <a:t>Note:</a:t>
            </a:r>
            <a:r>
              <a:rPr sz="1800" spc="-15" dirty="0"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dirty="0"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800" spc="20" dirty="0"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70" dirty="0">
                <a:latin typeface="Trebuchet MS" panose="020B0603020202020204" pitchFamily="34" charset="0"/>
                <a:cs typeface="Microsoft Sans Serif"/>
              </a:rPr>
              <a:t>interface</a:t>
            </a:r>
            <a:r>
              <a:rPr sz="1800" spc="-30" dirty="0"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120" dirty="0">
                <a:latin typeface="Trebuchet MS" panose="020B0603020202020204" pitchFamily="34" charset="0"/>
                <a:cs typeface="Microsoft Sans Serif"/>
              </a:rPr>
              <a:t>of</a:t>
            </a:r>
            <a:r>
              <a:rPr sz="1800" spc="15" dirty="0"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85" dirty="0">
                <a:latin typeface="Trebuchet MS" panose="020B0603020202020204" pitchFamily="34" charset="0"/>
                <a:cs typeface="Microsoft Sans Serif"/>
              </a:rPr>
              <a:t>this</a:t>
            </a:r>
            <a:r>
              <a:rPr sz="1800" spc="15" dirty="0"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70" dirty="0">
                <a:latin typeface="Trebuchet MS" panose="020B0603020202020204" pitchFamily="34" charset="0"/>
                <a:cs typeface="Microsoft Sans Serif"/>
              </a:rPr>
              <a:t>site</a:t>
            </a:r>
            <a:r>
              <a:rPr sz="1800" dirty="0"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95" dirty="0">
                <a:latin typeface="Trebuchet MS" panose="020B0603020202020204" pitchFamily="34" charset="0"/>
                <a:cs typeface="Microsoft Sans Serif"/>
              </a:rPr>
              <a:t>might</a:t>
            </a:r>
            <a:r>
              <a:rPr sz="1800" dirty="0">
                <a:latin typeface="Trebuchet MS" panose="020B0603020202020204" pitchFamily="34" charset="0"/>
                <a:cs typeface="Microsoft Sans Serif"/>
              </a:rPr>
              <a:t> change,</a:t>
            </a:r>
            <a:r>
              <a:rPr sz="1800" spc="5" dirty="0"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120" dirty="0">
                <a:latin typeface="Trebuchet MS" panose="020B0603020202020204" pitchFamily="34" charset="0"/>
                <a:cs typeface="Microsoft Sans Serif"/>
              </a:rPr>
              <a:t>but</a:t>
            </a:r>
            <a:r>
              <a:rPr sz="1800" dirty="0"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60" dirty="0">
                <a:latin typeface="Trebuchet MS" panose="020B0603020202020204" pitchFamily="34" charset="0"/>
                <a:cs typeface="Microsoft Sans Serif"/>
              </a:rPr>
              <a:t>installer</a:t>
            </a:r>
            <a:r>
              <a:rPr sz="1800" spc="-10" dirty="0"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dirty="0">
                <a:latin typeface="Trebuchet MS" panose="020B0603020202020204" pitchFamily="34" charset="0"/>
                <a:cs typeface="Microsoft Sans Serif"/>
              </a:rPr>
              <a:t>can be </a:t>
            </a:r>
            <a:r>
              <a:rPr sz="1800" spc="55" dirty="0">
                <a:latin typeface="Trebuchet MS" panose="020B0603020202020204" pitchFamily="34" charset="0"/>
                <a:cs typeface="Microsoft Sans Serif"/>
              </a:rPr>
              <a:t>downloaded</a:t>
            </a:r>
            <a:r>
              <a:rPr sz="1800" spc="-5" dirty="0"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114" dirty="0">
                <a:latin typeface="Trebuchet MS" panose="020B0603020202020204" pitchFamily="34" charset="0"/>
                <a:cs typeface="Microsoft Sans Serif"/>
              </a:rPr>
              <a:t>from</a:t>
            </a:r>
            <a:r>
              <a:rPr sz="1800" dirty="0"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85" dirty="0">
                <a:latin typeface="Trebuchet MS" panose="020B0603020202020204" pitchFamily="34" charset="0"/>
                <a:cs typeface="Microsoft Sans Serif"/>
              </a:rPr>
              <a:t>this</a:t>
            </a:r>
            <a:r>
              <a:rPr sz="1800" dirty="0"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800" spc="50" dirty="0">
                <a:latin typeface="Trebuchet MS" panose="020B0603020202020204" pitchFamily="34" charset="0"/>
                <a:cs typeface="Microsoft Sans Serif"/>
              </a:rPr>
              <a:t>link.</a:t>
            </a:r>
            <a:endParaRPr sz="1800" dirty="0">
              <a:latin typeface="Trebuchet MS" panose="020B0603020202020204" pitchFamily="34" charset="0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8778" y="154360"/>
            <a:ext cx="12435840" cy="981073"/>
          </a:xfrm>
          <a:prstGeom prst="rect">
            <a:avLst/>
          </a:prstGeom>
        </p:spPr>
        <p:txBody>
          <a:bodyPr vert="horz" wrap="square" lIns="0" tIns="62686" rIns="0" bIns="0" rtlCol="0">
            <a:spAutoFit/>
          </a:bodyPr>
          <a:lstStyle/>
          <a:p>
            <a:pPr marL="2541270">
              <a:lnSpc>
                <a:spcPct val="100000"/>
              </a:lnSpc>
              <a:spcBef>
                <a:spcPts val="105"/>
              </a:spcBef>
            </a:pPr>
            <a:r>
              <a:rPr spc="-185" dirty="0"/>
              <a:t>Installing</a:t>
            </a:r>
            <a:r>
              <a:rPr spc="-325" dirty="0"/>
              <a:t> </a:t>
            </a:r>
            <a:r>
              <a:rPr spc="-185" dirty="0"/>
              <a:t>Anaconda</a:t>
            </a:r>
            <a:r>
              <a:rPr spc="-320" dirty="0"/>
              <a:t> </a:t>
            </a:r>
            <a:r>
              <a:rPr spc="-105" dirty="0"/>
              <a:t>(Simulation)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1304" y="1874900"/>
            <a:ext cx="12929870" cy="1102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175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After</a:t>
            </a:r>
            <a:r>
              <a:rPr sz="17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completing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7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9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installation</a:t>
            </a:r>
            <a:r>
              <a:rPr sz="17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process,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launch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Anaconda</a:t>
            </a:r>
            <a:r>
              <a:rPr sz="17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Navigator.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screen</a:t>
            </a:r>
            <a:r>
              <a:rPr sz="17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will</a:t>
            </a:r>
            <a:r>
              <a:rPr sz="17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appear</a:t>
            </a:r>
            <a:r>
              <a:rPr sz="17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as</a:t>
            </a:r>
            <a:r>
              <a:rPr sz="17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shown</a:t>
            </a:r>
            <a:r>
              <a:rPr sz="17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below.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 marL="354965" marR="5080" indent="-342900">
              <a:lnSpc>
                <a:spcPct val="133100"/>
              </a:lnSpc>
              <a:spcBef>
                <a:spcPts val="785"/>
              </a:spcBef>
              <a:buChar char="•"/>
              <a:tabLst>
                <a:tab pos="354965" algn="l"/>
              </a:tabLst>
            </a:pPr>
            <a:r>
              <a:rPr sz="1750" spc="1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It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provides</a:t>
            </a:r>
            <a:r>
              <a:rPr sz="175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Various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python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-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IDE(s)</a:t>
            </a:r>
            <a:r>
              <a:rPr sz="17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like</a:t>
            </a:r>
            <a:r>
              <a:rPr sz="17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Jupyter,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14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Qt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Console,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Spyder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etc.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You</a:t>
            </a:r>
            <a:r>
              <a:rPr sz="17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can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install</a:t>
            </a:r>
            <a:r>
              <a:rPr sz="17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necessary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Python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IDE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suitable </a:t>
            </a:r>
            <a:r>
              <a:rPr sz="1750" spc="1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for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your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application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system.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2792" y="3120081"/>
            <a:ext cx="8066532" cy="4264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61565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Writing</a:t>
            </a:r>
            <a:r>
              <a:rPr spc="-340" dirty="0"/>
              <a:t> </a:t>
            </a:r>
            <a:r>
              <a:rPr spc="-130" dirty="0"/>
              <a:t>your</a:t>
            </a:r>
            <a:r>
              <a:rPr spc="-340" dirty="0"/>
              <a:t> </a:t>
            </a:r>
            <a:r>
              <a:rPr spc="-160" dirty="0"/>
              <a:t>First</a:t>
            </a:r>
            <a:r>
              <a:rPr spc="-345" dirty="0"/>
              <a:t> </a:t>
            </a:r>
            <a:r>
              <a:rPr spc="-215" dirty="0"/>
              <a:t>Program</a:t>
            </a:r>
            <a:r>
              <a:rPr spc="-345" dirty="0"/>
              <a:t> </a:t>
            </a:r>
            <a:r>
              <a:rPr spc="-170" dirty="0"/>
              <a:t>in</a:t>
            </a:r>
            <a:r>
              <a:rPr spc="-345" dirty="0"/>
              <a:t> </a:t>
            </a:r>
            <a:r>
              <a:rPr spc="-10" dirty="0"/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2581" y="1545717"/>
            <a:ext cx="12047855" cy="398314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ts val="3300"/>
              </a:lnSpc>
              <a:spcBef>
                <a:spcPts val="80"/>
              </a:spcBef>
            </a:pPr>
            <a:r>
              <a:rPr sz="2000" spc="-135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Creation</a:t>
            </a:r>
            <a:r>
              <a:rPr sz="2000" spc="-275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 </a:t>
            </a:r>
            <a:r>
              <a:rPr sz="2000" spc="-90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of</a:t>
            </a:r>
            <a:r>
              <a:rPr sz="2000" spc="-245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 </a:t>
            </a:r>
            <a:r>
              <a:rPr sz="2000" spc="-120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object</a:t>
            </a:r>
            <a:r>
              <a:rPr sz="2000" spc="-240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 </a:t>
            </a:r>
            <a:r>
              <a:rPr sz="2000" spc="-80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(an</a:t>
            </a:r>
            <a:r>
              <a:rPr sz="2000" spc="-200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 </a:t>
            </a:r>
            <a:r>
              <a:rPr sz="2000" spc="-100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object</a:t>
            </a:r>
            <a:r>
              <a:rPr sz="2000" spc="-200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 </a:t>
            </a:r>
            <a:r>
              <a:rPr sz="2000" spc="-110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can</a:t>
            </a:r>
            <a:r>
              <a:rPr sz="2000" spc="-200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 </a:t>
            </a:r>
            <a:r>
              <a:rPr sz="2000" spc="-125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store</a:t>
            </a:r>
            <a:r>
              <a:rPr sz="2000" spc="-200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 </a:t>
            </a:r>
            <a:r>
              <a:rPr sz="2000" spc="-60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values</a:t>
            </a:r>
            <a:r>
              <a:rPr sz="2000" spc="-200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 </a:t>
            </a:r>
            <a:r>
              <a:rPr sz="2000" spc="-114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and</a:t>
            </a:r>
            <a:r>
              <a:rPr sz="2000" spc="-200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 </a:t>
            </a:r>
            <a:r>
              <a:rPr sz="2000" spc="-120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further</a:t>
            </a:r>
            <a:r>
              <a:rPr sz="2000" spc="-210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 </a:t>
            </a:r>
            <a:r>
              <a:rPr sz="2000" spc="-110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can</a:t>
            </a:r>
            <a:r>
              <a:rPr sz="2000" spc="-195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 </a:t>
            </a:r>
            <a:r>
              <a:rPr sz="2000" spc="-114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be</a:t>
            </a:r>
            <a:r>
              <a:rPr sz="2000" spc="-200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 </a:t>
            </a:r>
            <a:r>
              <a:rPr sz="2000" spc="-130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used</a:t>
            </a:r>
            <a:r>
              <a:rPr sz="2000" spc="-200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 </a:t>
            </a:r>
            <a:r>
              <a:rPr sz="2000" spc="-105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in</a:t>
            </a:r>
            <a:r>
              <a:rPr sz="2000" spc="-195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 </a:t>
            </a:r>
            <a:r>
              <a:rPr sz="2000" spc="-45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multiple </a:t>
            </a:r>
            <a:r>
              <a:rPr sz="2000" spc="-10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tasks):</a:t>
            </a:r>
            <a:endParaRPr sz="2000" dirty="0">
              <a:latin typeface="Trebuchet MS" panose="020B0603020202020204" pitchFamily="34" charset="0"/>
              <a:cs typeface="Lucida Sans Unicod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3336" y="2238785"/>
            <a:ext cx="13065760" cy="1791970"/>
          </a:xfrm>
          <a:custGeom>
            <a:avLst/>
            <a:gdLst/>
            <a:ahLst/>
            <a:cxnLst/>
            <a:rect l="l" t="t" r="r" b="b"/>
            <a:pathLst>
              <a:path w="13065760" h="1791970">
                <a:moveTo>
                  <a:pt x="13065468" y="34036"/>
                </a:moveTo>
                <a:lnTo>
                  <a:pt x="13062788" y="20789"/>
                </a:lnTo>
                <a:lnTo>
                  <a:pt x="13055499" y="9969"/>
                </a:lnTo>
                <a:lnTo>
                  <a:pt x="13044678" y="2679"/>
                </a:lnTo>
                <a:lnTo>
                  <a:pt x="13031432" y="0"/>
                </a:lnTo>
                <a:lnTo>
                  <a:pt x="12958915" y="0"/>
                </a:lnTo>
                <a:lnTo>
                  <a:pt x="106578" y="0"/>
                </a:lnTo>
                <a:lnTo>
                  <a:pt x="34010" y="0"/>
                </a:lnTo>
                <a:lnTo>
                  <a:pt x="20764" y="2679"/>
                </a:lnTo>
                <a:lnTo>
                  <a:pt x="9956" y="9969"/>
                </a:lnTo>
                <a:lnTo>
                  <a:pt x="2667" y="20789"/>
                </a:lnTo>
                <a:lnTo>
                  <a:pt x="0" y="34036"/>
                </a:lnTo>
                <a:lnTo>
                  <a:pt x="0" y="1757680"/>
                </a:lnTo>
                <a:lnTo>
                  <a:pt x="2667" y="1770913"/>
                </a:lnTo>
                <a:lnTo>
                  <a:pt x="9956" y="1781683"/>
                </a:lnTo>
                <a:lnTo>
                  <a:pt x="20764" y="1788934"/>
                </a:lnTo>
                <a:lnTo>
                  <a:pt x="34010" y="1791589"/>
                </a:lnTo>
                <a:lnTo>
                  <a:pt x="106578" y="1791589"/>
                </a:lnTo>
                <a:lnTo>
                  <a:pt x="12958915" y="1791589"/>
                </a:lnTo>
                <a:lnTo>
                  <a:pt x="13031432" y="1791589"/>
                </a:lnTo>
                <a:lnTo>
                  <a:pt x="13044678" y="1788934"/>
                </a:lnTo>
                <a:lnTo>
                  <a:pt x="13055499" y="1781683"/>
                </a:lnTo>
                <a:lnTo>
                  <a:pt x="13062788" y="1770913"/>
                </a:lnTo>
                <a:lnTo>
                  <a:pt x="13065468" y="1757680"/>
                </a:lnTo>
                <a:lnTo>
                  <a:pt x="13065468" y="34036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72744" y="2364423"/>
            <a:ext cx="12974320" cy="35376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7965">
              <a:lnSpc>
                <a:spcPct val="100000"/>
              </a:lnSpc>
              <a:spcBef>
                <a:spcPts val="900"/>
              </a:spcBef>
            </a:pP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#</a:t>
            </a:r>
            <a:r>
              <a:rPr sz="1750" spc="-3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Create</a:t>
            </a:r>
            <a:r>
              <a:rPr sz="1750" spc="-2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an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object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x</a:t>
            </a:r>
            <a:r>
              <a:rPr sz="1750" spc="-2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and</a:t>
            </a:r>
            <a:r>
              <a:rPr sz="1750" spc="-5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assign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a</a:t>
            </a:r>
            <a:r>
              <a:rPr sz="1750" spc="-2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value</a:t>
            </a:r>
            <a:r>
              <a:rPr sz="1750" spc="-15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750" spc="-25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20</a:t>
            </a:r>
            <a:endParaRPr sz="1750" dirty="0">
              <a:latin typeface="Trebuchet MS" panose="020B0603020202020204" pitchFamily="34" charset="0"/>
              <a:cs typeface="Consolas"/>
            </a:endParaRPr>
          </a:p>
          <a:p>
            <a:pPr marL="227965">
              <a:lnSpc>
                <a:spcPct val="100000"/>
              </a:lnSpc>
              <a:spcBef>
                <a:spcPts val="805"/>
              </a:spcBef>
            </a:pPr>
            <a:r>
              <a:rPr sz="1750" b="1" spc="-20" dirty="0">
                <a:solidFill>
                  <a:srgbClr val="2E5496"/>
                </a:solidFill>
                <a:latin typeface="Trebuchet MS" panose="020B0603020202020204" pitchFamily="34" charset="0"/>
                <a:cs typeface="Consolas"/>
              </a:rPr>
              <a:t>x=20</a:t>
            </a:r>
            <a:endParaRPr sz="1750" dirty="0">
              <a:latin typeface="Trebuchet MS" panose="020B0603020202020204" pitchFamily="34" charset="0"/>
              <a:cs typeface="Consolas"/>
            </a:endParaRPr>
          </a:p>
          <a:p>
            <a:pPr marL="227965">
              <a:lnSpc>
                <a:spcPct val="100000"/>
              </a:lnSpc>
              <a:spcBef>
                <a:spcPts val="805"/>
              </a:spcBef>
            </a:pPr>
            <a:r>
              <a:rPr sz="1750" b="1" spc="-50" dirty="0">
                <a:solidFill>
                  <a:srgbClr val="2E5496"/>
                </a:solidFill>
                <a:latin typeface="Trebuchet MS" panose="020B0603020202020204" pitchFamily="34" charset="0"/>
                <a:cs typeface="Consolas"/>
              </a:rPr>
              <a:t>x</a:t>
            </a:r>
            <a:endParaRPr sz="1750" dirty="0">
              <a:latin typeface="Trebuchet MS" panose="020B0603020202020204" pitchFamily="34" charset="0"/>
              <a:cs typeface="Consolas"/>
            </a:endParaRPr>
          </a:p>
          <a:p>
            <a:pPr marL="227965">
              <a:lnSpc>
                <a:spcPct val="100000"/>
              </a:lnSpc>
              <a:spcBef>
                <a:spcPts val="790"/>
              </a:spcBef>
            </a:pPr>
            <a:r>
              <a:rPr sz="1750" spc="-25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20</a:t>
            </a:r>
            <a:endParaRPr sz="1750" dirty="0">
              <a:latin typeface="Trebuchet MS" panose="020B0603020202020204" pitchFamily="34" charset="0"/>
              <a:cs typeface="Consolas"/>
            </a:endParaRPr>
          </a:p>
          <a:p>
            <a:pPr>
              <a:lnSpc>
                <a:spcPct val="100000"/>
              </a:lnSpc>
              <a:spcBef>
                <a:spcPts val="1785"/>
              </a:spcBef>
            </a:pPr>
            <a:endParaRPr sz="1750" dirty="0">
              <a:latin typeface="Trebuchet MS" panose="020B0603020202020204" pitchFamily="34" charset="0"/>
              <a:cs typeface="Consolas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har char="•"/>
              <a:tabLst>
                <a:tab pos="354965" algn="l"/>
              </a:tabLst>
            </a:pP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'='</a:t>
            </a:r>
            <a:r>
              <a:rPr sz="1750" b="1" spc="1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operator</a:t>
            </a:r>
            <a:r>
              <a:rPr sz="1750" b="1" spc="4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is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used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to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assign</a:t>
            </a: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7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values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to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</a:t>
            </a:r>
            <a:r>
              <a:rPr sz="175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object.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 marL="354965" marR="5080" indent="-342900">
              <a:lnSpc>
                <a:spcPct val="133100"/>
              </a:lnSpc>
              <a:spcBef>
                <a:spcPts val="780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1750" b="1" spc="-1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Execute</a:t>
            </a:r>
            <a:r>
              <a:rPr sz="1750" b="1" spc="-4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or</a:t>
            </a:r>
            <a:r>
              <a:rPr sz="1750" b="1" spc="-3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run</a:t>
            </a:r>
            <a:r>
              <a:rPr sz="1750" b="1" spc="-3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spc="5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the</a:t>
            </a:r>
            <a:r>
              <a:rPr sz="1750" b="1" spc="-3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command</a:t>
            </a:r>
            <a:r>
              <a:rPr sz="1750" b="1" spc="1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using</a:t>
            </a:r>
            <a:r>
              <a:rPr sz="1750" spc="-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enter</a:t>
            </a:r>
            <a:r>
              <a:rPr sz="1750" b="1" spc="-5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key</a:t>
            </a:r>
            <a:r>
              <a:rPr sz="1750" b="1" spc="-3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in</a:t>
            </a:r>
            <a:r>
              <a:rPr sz="1750" b="1" spc="-1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python</a:t>
            </a:r>
            <a:r>
              <a:rPr sz="1750" b="1" spc="-5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spc="-3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console</a:t>
            </a:r>
            <a:r>
              <a:rPr sz="1750" b="1" spc="-1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b="1" spc="-8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F9</a:t>
            </a:r>
            <a:r>
              <a:rPr sz="1750" b="1" spc="-1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key</a:t>
            </a:r>
            <a:r>
              <a:rPr sz="1750" b="1" spc="-3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in</a:t>
            </a:r>
            <a:r>
              <a:rPr sz="1750" b="1" spc="-1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Editor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. You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can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9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run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a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single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command, </a:t>
            </a:r>
            <a:r>
              <a:rPr sz="175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bunch</a:t>
            </a:r>
            <a:r>
              <a:rPr sz="1750" spc="-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of</a:t>
            </a:r>
            <a:r>
              <a:rPr sz="1750" spc="-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commands</a:t>
            </a:r>
            <a:r>
              <a:rPr sz="1750" spc="-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by</a:t>
            </a:r>
            <a:r>
              <a:rPr sz="1750" spc="-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highlighting</a:t>
            </a:r>
            <a:r>
              <a:rPr sz="1750" spc="-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those,</a:t>
            </a:r>
            <a:r>
              <a:rPr sz="1750" spc="-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or</a:t>
            </a:r>
            <a:r>
              <a:rPr sz="1750" spc="-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</a:t>
            </a:r>
            <a:r>
              <a:rPr sz="1750" spc="-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9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entire</a:t>
            </a:r>
            <a:r>
              <a:rPr sz="1750" spc="-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9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file</a:t>
            </a:r>
            <a:r>
              <a:rPr sz="1750" spc="-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at</a:t>
            </a:r>
            <a:r>
              <a:rPr sz="1750" spc="-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once.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350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175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Comments</a:t>
            </a:r>
            <a:r>
              <a:rPr sz="1750" b="1" spc="-1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are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used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b="1" spc="7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to</a:t>
            </a:r>
            <a:r>
              <a:rPr sz="1750" b="1" spc="-1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spc="-2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describe</a:t>
            </a:r>
            <a:r>
              <a:rPr sz="1750" b="1" spc="-4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spc="5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the</a:t>
            </a:r>
            <a:r>
              <a:rPr sz="1750" b="1" spc="-2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spc="-1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code</a:t>
            </a:r>
            <a:r>
              <a:rPr sz="1750" b="1" spc="1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can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be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added</a:t>
            </a:r>
            <a:r>
              <a:rPr sz="175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by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preceding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all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comments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b="1" spc="5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with</a:t>
            </a:r>
            <a:r>
              <a:rPr sz="1750" b="1" spc="-2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spc="5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the</a:t>
            </a:r>
            <a:r>
              <a:rPr sz="1750" b="1" spc="-2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750" b="1" spc="19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#</a:t>
            </a:r>
            <a:r>
              <a:rPr sz="1750" b="1" spc="-1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symbol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.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8778" y="82352"/>
            <a:ext cx="12435840" cy="981073"/>
          </a:xfrm>
          <a:prstGeom prst="rect">
            <a:avLst/>
          </a:prstGeom>
        </p:spPr>
        <p:txBody>
          <a:bodyPr vert="horz" wrap="square" lIns="0" tIns="367233" rIns="0" bIns="0" rtlCol="0">
            <a:spAutoFit/>
          </a:bodyPr>
          <a:lstStyle/>
          <a:p>
            <a:pPr marL="2592070">
              <a:lnSpc>
                <a:spcPct val="100000"/>
              </a:lnSpc>
              <a:spcBef>
                <a:spcPts val="105"/>
              </a:spcBef>
            </a:pPr>
            <a:r>
              <a:rPr sz="4050" spc="-155" dirty="0"/>
              <a:t>Writing</a:t>
            </a:r>
            <a:r>
              <a:rPr sz="4050" spc="-340" dirty="0"/>
              <a:t> </a:t>
            </a:r>
            <a:r>
              <a:rPr sz="4050" spc="-114" dirty="0"/>
              <a:t>your</a:t>
            </a:r>
            <a:r>
              <a:rPr sz="4050" spc="-335" dirty="0"/>
              <a:t> </a:t>
            </a:r>
            <a:r>
              <a:rPr sz="4050" spc="-155" dirty="0"/>
              <a:t>First</a:t>
            </a:r>
            <a:r>
              <a:rPr sz="4050" spc="-330" dirty="0"/>
              <a:t> </a:t>
            </a:r>
            <a:r>
              <a:rPr sz="4050" spc="-195" dirty="0"/>
              <a:t>Program</a:t>
            </a:r>
            <a:r>
              <a:rPr sz="4050" spc="-345" dirty="0"/>
              <a:t> </a:t>
            </a:r>
            <a:r>
              <a:rPr sz="4050" spc="-135" dirty="0"/>
              <a:t>in</a:t>
            </a:r>
            <a:r>
              <a:rPr sz="4050" spc="-315" dirty="0"/>
              <a:t> </a:t>
            </a:r>
            <a:r>
              <a:rPr sz="4050" spc="-10" dirty="0"/>
              <a:t>Python</a:t>
            </a:r>
            <a:endParaRPr sz="4050" dirty="0"/>
          </a:p>
        </p:txBody>
      </p:sp>
      <p:sp>
        <p:nvSpPr>
          <p:cNvPr id="3" name="object 3"/>
          <p:cNvSpPr txBox="1"/>
          <p:nvPr/>
        </p:nvSpPr>
        <p:spPr>
          <a:xfrm>
            <a:off x="709371" y="1378496"/>
            <a:ext cx="1221867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0" dirty="0">
                <a:solidFill>
                  <a:srgbClr val="272C45"/>
                </a:solidFill>
                <a:latin typeface="Lucida Sans Unicode"/>
                <a:cs typeface="Lucida Sans Unicode"/>
              </a:rPr>
              <a:t>Create</a:t>
            </a:r>
            <a:r>
              <a:rPr spc="-175" dirty="0">
                <a:solidFill>
                  <a:srgbClr val="272C45"/>
                </a:solidFill>
                <a:latin typeface="Lucida Sans Unicode"/>
                <a:cs typeface="Lucida Sans Unicode"/>
              </a:rPr>
              <a:t> </a:t>
            </a:r>
            <a:r>
              <a:rPr spc="-100" dirty="0">
                <a:solidFill>
                  <a:srgbClr val="272C45"/>
                </a:solidFill>
                <a:latin typeface="Lucida Sans Unicode"/>
                <a:cs typeface="Lucida Sans Unicode"/>
              </a:rPr>
              <a:t>another</a:t>
            </a:r>
            <a:r>
              <a:rPr spc="-185" dirty="0">
                <a:solidFill>
                  <a:srgbClr val="272C45"/>
                </a:solidFill>
                <a:latin typeface="Lucida Sans Unicode"/>
                <a:cs typeface="Lucida Sans Unicode"/>
              </a:rPr>
              <a:t> </a:t>
            </a:r>
            <a:r>
              <a:rPr spc="-95" dirty="0">
                <a:solidFill>
                  <a:srgbClr val="272C45"/>
                </a:solidFill>
                <a:latin typeface="Lucida Sans Unicode"/>
                <a:cs typeface="Lucida Sans Unicode"/>
              </a:rPr>
              <a:t>object</a:t>
            </a:r>
            <a:r>
              <a:rPr spc="-185" dirty="0">
                <a:solidFill>
                  <a:srgbClr val="272C45"/>
                </a:solidFill>
                <a:latin typeface="Lucida Sans Unicode"/>
                <a:cs typeface="Lucida Sans Unicode"/>
              </a:rPr>
              <a:t> </a:t>
            </a:r>
            <a:r>
              <a:rPr spc="-110" dirty="0">
                <a:solidFill>
                  <a:srgbClr val="272C45"/>
                </a:solidFill>
                <a:latin typeface="Lucida Sans Unicode"/>
                <a:cs typeface="Lucida Sans Unicode"/>
              </a:rPr>
              <a:t>and</a:t>
            </a:r>
            <a:r>
              <a:rPr spc="-175" dirty="0">
                <a:solidFill>
                  <a:srgbClr val="272C45"/>
                </a:solidFill>
                <a:latin typeface="Lucida Sans Unicode"/>
                <a:cs typeface="Lucida Sans Unicode"/>
              </a:rPr>
              <a:t> </a:t>
            </a:r>
            <a:r>
              <a:rPr spc="-130" dirty="0">
                <a:solidFill>
                  <a:srgbClr val="272C45"/>
                </a:solidFill>
                <a:latin typeface="Lucida Sans Unicode"/>
                <a:cs typeface="Lucida Sans Unicode"/>
              </a:rPr>
              <a:t>perform</a:t>
            </a:r>
            <a:r>
              <a:rPr spc="-185" dirty="0">
                <a:solidFill>
                  <a:srgbClr val="272C45"/>
                </a:solidFill>
                <a:latin typeface="Lucida Sans Unicode"/>
                <a:cs typeface="Lucida Sans Unicode"/>
              </a:rPr>
              <a:t> </a:t>
            </a:r>
            <a:r>
              <a:rPr spc="-135" dirty="0">
                <a:solidFill>
                  <a:srgbClr val="272C45"/>
                </a:solidFill>
                <a:latin typeface="Lucida Sans Unicode"/>
                <a:cs typeface="Lucida Sans Unicode"/>
              </a:rPr>
              <a:t>some</a:t>
            </a:r>
            <a:r>
              <a:rPr spc="-170" dirty="0">
                <a:solidFill>
                  <a:srgbClr val="272C45"/>
                </a:solidFill>
                <a:latin typeface="Lucida Sans Unicode"/>
                <a:cs typeface="Lucida Sans Unicode"/>
              </a:rPr>
              <a:t> </a:t>
            </a:r>
            <a:r>
              <a:rPr spc="-100" dirty="0">
                <a:solidFill>
                  <a:srgbClr val="272C45"/>
                </a:solidFill>
                <a:latin typeface="Lucida Sans Unicode"/>
                <a:cs typeface="Lucida Sans Unicode"/>
              </a:rPr>
              <a:t>mathematical</a:t>
            </a:r>
            <a:r>
              <a:rPr spc="-170" dirty="0">
                <a:solidFill>
                  <a:srgbClr val="272C45"/>
                </a:solidFill>
                <a:latin typeface="Lucida Sans Unicode"/>
                <a:cs typeface="Lucida Sans Unicode"/>
              </a:rPr>
              <a:t> </a:t>
            </a:r>
            <a:r>
              <a:rPr spc="-95" dirty="0">
                <a:solidFill>
                  <a:srgbClr val="272C45"/>
                </a:solidFill>
                <a:latin typeface="Lucida Sans Unicode"/>
                <a:cs typeface="Lucida Sans Unicode"/>
              </a:rPr>
              <a:t>calculations</a:t>
            </a:r>
            <a:r>
              <a:rPr spc="-175" dirty="0">
                <a:solidFill>
                  <a:srgbClr val="272C45"/>
                </a:solidFill>
                <a:latin typeface="Lucida Sans Unicode"/>
                <a:cs typeface="Lucida Sans Unicode"/>
              </a:rPr>
              <a:t> </a:t>
            </a:r>
            <a:r>
              <a:rPr spc="-135" dirty="0">
                <a:solidFill>
                  <a:srgbClr val="272C45"/>
                </a:solidFill>
                <a:latin typeface="Lucida Sans Unicode"/>
                <a:cs typeface="Lucida Sans Unicode"/>
              </a:rPr>
              <a:t>using</a:t>
            </a:r>
            <a:r>
              <a:rPr spc="-160" dirty="0">
                <a:solidFill>
                  <a:srgbClr val="272C45"/>
                </a:solidFill>
                <a:latin typeface="Lucida Sans Unicode"/>
                <a:cs typeface="Lucida Sans Unicode"/>
              </a:rPr>
              <a:t> </a:t>
            </a:r>
            <a:r>
              <a:rPr spc="-114" dirty="0">
                <a:solidFill>
                  <a:srgbClr val="272C45"/>
                </a:solidFill>
                <a:latin typeface="Lucida Sans Unicode"/>
                <a:cs typeface="Lucida Sans Unicode"/>
              </a:rPr>
              <a:t>both</a:t>
            </a:r>
            <a:r>
              <a:rPr spc="-165" dirty="0">
                <a:solidFill>
                  <a:srgbClr val="272C45"/>
                </a:solidFill>
                <a:latin typeface="Lucida Sans Unicode"/>
                <a:cs typeface="Lucida Sans Unicode"/>
              </a:rPr>
              <a:t> </a:t>
            </a:r>
            <a:r>
              <a:rPr spc="-95" dirty="0">
                <a:solidFill>
                  <a:srgbClr val="272C45"/>
                </a:solidFill>
                <a:latin typeface="Lucida Sans Unicode"/>
                <a:cs typeface="Lucida Sans Unicode"/>
              </a:rPr>
              <a:t>the</a:t>
            </a:r>
            <a:r>
              <a:rPr spc="-175" dirty="0">
                <a:solidFill>
                  <a:srgbClr val="272C45"/>
                </a:solidFill>
                <a:latin typeface="Lucida Sans Unicode"/>
                <a:cs typeface="Lucida Sans Unicode"/>
              </a:rPr>
              <a:t> </a:t>
            </a:r>
            <a:r>
              <a:rPr spc="-10" dirty="0">
                <a:solidFill>
                  <a:srgbClr val="272C45"/>
                </a:solidFill>
                <a:latin typeface="Lucida Sans Unicode"/>
                <a:cs typeface="Lucida Sans Unicode"/>
              </a:rPr>
              <a:t>objects</a:t>
            </a:r>
            <a:endParaRPr dirty="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1631" y="2359532"/>
            <a:ext cx="13207365" cy="4598670"/>
          </a:xfrm>
          <a:custGeom>
            <a:avLst/>
            <a:gdLst/>
            <a:ahLst/>
            <a:cxnLst/>
            <a:rect l="l" t="t" r="r" b="b"/>
            <a:pathLst>
              <a:path w="13207365" h="4598670">
                <a:moveTo>
                  <a:pt x="13207187" y="30988"/>
                </a:moveTo>
                <a:lnTo>
                  <a:pt x="13204736" y="18923"/>
                </a:lnTo>
                <a:lnTo>
                  <a:pt x="13198069" y="9067"/>
                </a:lnTo>
                <a:lnTo>
                  <a:pt x="13188214" y="2438"/>
                </a:lnTo>
                <a:lnTo>
                  <a:pt x="13176199" y="0"/>
                </a:lnTo>
                <a:lnTo>
                  <a:pt x="13110286" y="0"/>
                </a:lnTo>
                <a:lnTo>
                  <a:pt x="96875" y="0"/>
                </a:lnTo>
                <a:lnTo>
                  <a:pt x="30962" y="0"/>
                </a:lnTo>
                <a:lnTo>
                  <a:pt x="18910" y="2438"/>
                </a:lnTo>
                <a:lnTo>
                  <a:pt x="9067" y="9067"/>
                </a:lnTo>
                <a:lnTo>
                  <a:pt x="2425" y="18923"/>
                </a:lnTo>
                <a:lnTo>
                  <a:pt x="0" y="30988"/>
                </a:lnTo>
                <a:lnTo>
                  <a:pt x="0" y="4567428"/>
                </a:lnTo>
                <a:lnTo>
                  <a:pt x="2425" y="4579455"/>
                </a:lnTo>
                <a:lnTo>
                  <a:pt x="9067" y="4589310"/>
                </a:lnTo>
                <a:lnTo>
                  <a:pt x="18910" y="4595977"/>
                </a:lnTo>
                <a:lnTo>
                  <a:pt x="30962" y="4598416"/>
                </a:lnTo>
                <a:lnTo>
                  <a:pt x="96875" y="4598416"/>
                </a:lnTo>
                <a:lnTo>
                  <a:pt x="13110286" y="4598416"/>
                </a:lnTo>
                <a:lnTo>
                  <a:pt x="13176199" y="4598416"/>
                </a:lnTo>
                <a:lnTo>
                  <a:pt x="13188214" y="4595977"/>
                </a:lnTo>
                <a:lnTo>
                  <a:pt x="13198069" y="4589310"/>
                </a:lnTo>
                <a:lnTo>
                  <a:pt x="13204736" y="4579455"/>
                </a:lnTo>
                <a:lnTo>
                  <a:pt x="13207187" y="4567428"/>
                </a:lnTo>
                <a:lnTo>
                  <a:pt x="13207187" y="30988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05357" y="2461920"/>
            <a:ext cx="4695190" cy="404085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60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#</a:t>
            </a:r>
            <a:r>
              <a:rPr sz="1600" spc="-35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60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Create</a:t>
            </a:r>
            <a:r>
              <a:rPr sz="1600" spc="-25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60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an</a:t>
            </a:r>
            <a:r>
              <a:rPr sz="1600" spc="-25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60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object</a:t>
            </a:r>
            <a:r>
              <a:rPr sz="1600" spc="-25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60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y</a:t>
            </a:r>
            <a:r>
              <a:rPr sz="1600" spc="-25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60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and</a:t>
            </a:r>
            <a:r>
              <a:rPr sz="1600" spc="-25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60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assign</a:t>
            </a:r>
            <a:r>
              <a:rPr sz="1600" spc="-25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60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a</a:t>
            </a:r>
            <a:r>
              <a:rPr sz="1600" spc="-25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60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value</a:t>
            </a:r>
            <a:r>
              <a:rPr sz="1600" spc="-2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600" spc="-25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15</a:t>
            </a:r>
            <a:endParaRPr sz="1600" dirty="0">
              <a:latin typeface="Trebuchet MS" panose="020B0603020202020204" pitchFamily="34" charset="0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600" b="1" spc="-20" dirty="0">
                <a:solidFill>
                  <a:srgbClr val="2E5496"/>
                </a:solidFill>
                <a:latin typeface="Trebuchet MS" panose="020B0603020202020204" pitchFamily="34" charset="0"/>
                <a:cs typeface="Consolas"/>
              </a:rPr>
              <a:t>y=15</a:t>
            </a:r>
            <a:endParaRPr sz="1600" dirty="0">
              <a:latin typeface="Trebuchet MS" panose="020B0603020202020204" pitchFamily="34" charset="0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600" b="1" spc="-50" dirty="0">
                <a:solidFill>
                  <a:srgbClr val="2E5496"/>
                </a:solidFill>
                <a:latin typeface="Trebuchet MS" panose="020B0603020202020204" pitchFamily="34" charset="0"/>
                <a:cs typeface="Consolas"/>
              </a:rPr>
              <a:t>y</a:t>
            </a:r>
            <a:endParaRPr sz="1600" dirty="0">
              <a:latin typeface="Trebuchet MS" panose="020B0603020202020204" pitchFamily="34" charset="0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600" spc="-25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15</a:t>
            </a:r>
            <a:endParaRPr sz="1600" dirty="0">
              <a:latin typeface="Trebuchet MS" panose="020B0603020202020204" pitchFamily="34" charset="0"/>
              <a:cs typeface="Consolas"/>
            </a:endParaRPr>
          </a:p>
          <a:p>
            <a:pPr>
              <a:lnSpc>
                <a:spcPct val="100000"/>
              </a:lnSpc>
              <a:spcBef>
                <a:spcPts val="1405"/>
              </a:spcBef>
            </a:pPr>
            <a:endParaRPr sz="1600" dirty="0">
              <a:latin typeface="Trebuchet MS" panose="020B0603020202020204" pitchFamily="34" charset="0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#</a:t>
            </a:r>
            <a:r>
              <a:rPr sz="1600" spc="-15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60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Add</a:t>
            </a:r>
            <a:r>
              <a:rPr sz="1600" spc="-15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60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x</a:t>
            </a:r>
            <a:r>
              <a:rPr sz="1600" spc="-15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60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and</a:t>
            </a:r>
            <a:r>
              <a:rPr sz="1600" spc="-15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600" spc="-5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y</a:t>
            </a:r>
            <a:endParaRPr sz="1600" dirty="0">
              <a:latin typeface="Trebuchet MS" panose="020B0603020202020204" pitchFamily="34" charset="0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600" b="1" spc="-25" dirty="0">
                <a:solidFill>
                  <a:srgbClr val="2E5496"/>
                </a:solidFill>
                <a:latin typeface="Trebuchet MS" panose="020B0603020202020204" pitchFamily="34" charset="0"/>
                <a:cs typeface="Consolas"/>
              </a:rPr>
              <a:t>x+y</a:t>
            </a:r>
            <a:endParaRPr sz="1600" dirty="0">
              <a:latin typeface="Trebuchet MS" panose="020B0603020202020204" pitchFamily="34" charset="0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600" spc="-25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35</a:t>
            </a:r>
            <a:endParaRPr sz="1600" dirty="0">
              <a:latin typeface="Trebuchet MS" panose="020B0603020202020204" pitchFamily="34" charset="0"/>
              <a:cs typeface="Consolas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1600" dirty="0">
              <a:latin typeface="Trebuchet MS" panose="020B0603020202020204" pitchFamily="34" charset="0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#</a:t>
            </a:r>
            <a:r>
              <a:rPr sz="1600" spc="-3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60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Multiply</a:t>
            </a:r>
            <a:r>
              <a:rPr sz="1600" spc="-25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60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x</a:t>
            </a:r>
            <a:r>
              <a:rPr sz="1600" spc="-25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60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with</a:t>
            </a:r>
            <a:r>
              <a:rPr sz="1600" spc="-25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600" spc="-5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y</a:t>
            </a:r>
            <a:endParaRPr sz="1600" dirty="0">
              <a:latin typeface="Trebuchet MS" panose="020B0603020202020204" pitchFamily="34" charset="0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600" b="1" spc="-25" dirty="0">
                <a:solidFill>
                  <a:srgbClr val="2E5496"/>
                </a:solidFill>
                <a:latin typeface="Trebuchet MS" panose="020B0603020202020204" pitchFamily="34" charset="0"/>
                <a:cs typeface="Consolas"/>
              </a:rPr>
              <a:t>x*y</a:t>
            </a:r>
            <a:endParaRPr sz="1600" dirty="0">
              <a:latin typeface="Trebuchet MS" panose="020B0603020202020204" pitchFamily="34" charset="0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600" spc="-25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300</a:t>
            </a:r>
            <a:endParaRPr sz="1600" dirty="0">
              <a:latin typeface="Trebuchet MS" panose="020B0603020202020204" pitchFamily="34" charset="0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9371" y="7056716"/>
            <a:ext cx="13013639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160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'+',</a:t>
            </a:r>
            <a:r>
              <a:rPr sz="1600" b="1" spc="-1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60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and</a:t>
            </a:r>
            <a:r>
              <a:rPr sz="1600" b="1" spc="-1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'-</a:t>
            </a:r>
            <a:r>
              <a:rPr sz="1600" b="1" spc="7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'</a:t>
            </a:r>
            <a:r>
              <a:rPr sz="1600" b="1" spc="-10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60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are</a:t>
            </a:r>
            <a:r>
              <a:rPr sz="1600" b="1" spc="-1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60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Arithmetic</a:t>
            </a:r>
            <a:r>
              <a:rPr sz="1600" b="1" spc="-25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sz="1600" b="1" dirty="0">
                <a:solidFill>
                  <a:srgbClr val="2C3148"/>
                </a:solidFill>
                <a:latin typeface="Trebuchet MS" panose="020B0603020202020204" pitchFamily="34" charset="0"/>
                <a:cs typeface="Arial"/>
              </a:rPr>
              <a:t>operators</a:t>
            </a:r>
            <a:r>
              <a:rPr sz="16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.</a:t>
            </a:r>
            <a:r>
              <a:rPr sz="160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6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There</a:t>
            </a:r>
            <a:r>
              <a:rPr sz="160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6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are</a:t>
            </a:r>
            <a:r>
              <a:rPr sz="160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60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more</a:t>
            </a:r>
            <a:r>
              <a:rPr sz="160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6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such</a:t>
            </a:r>
            <a:r>
              <a:rPr sz="160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60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operators</a:t>
            </a:r>
            <a:r>
              <a:rPr sz="160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600" spc="114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for</a:t>
            </a:r>
            <a:r>
              <a:rPr sz="160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600" spc="8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which</a:t>
            </a:r>
            <a:r>
              <a:rPr sz="160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60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we</a:t>
            </a:r>
            <a:r>
              <a:rPr sz="160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6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have</a:t>
            </a:r>
            <a:r>
              <a:rPr sz="160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6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</a:t>
            </a:r>
            <a:r>
              <a:rPr sz="160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600" spc="6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dedicated</a:t>
            </a:r>
            <a:r>
              <a:rPr sz="160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6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session</a:t>
            </a:r>
            <a:r>
              <a:rPr sz="160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600" spc="1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at</a:t>
            </a:r>
            <a:r>
              <a:rPr sz="160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6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</a:t>
            </a:r>
            <a:r>
              <a:rPr sz="160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600" spc="8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later</a:t>
            </a:r>
            <a:r>
              <a:rPr sz="160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60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stage.</a:t>
            </a:r>
            <a:endParaRPr sz="1600" dirty="0">
              <a:latin typeface="Trebuchet MS" panose="020B0603020202020204" pitchFamily="34" charset="0"/>
              <a:cs typeface="Microsoft Sans Serif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7357" rIns="0" bIns="0" rtlCol="0">
            <a:spAutoFit/>
          </a:bodyPr>
          <a:lstStyle/>
          <a:p>
            <a:pPr marL="2178685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Writing</a:t>
            </a:r>
            <a:r>
              <a:rPr spc="-340" dirty="0"/>
              <a:t> </a:t>
            </a:r>
            <a:r>
              <a:rPr spc="-130" dirty="0"/>
              <a:t>your</a:t>
            </a:r>
            <a:r>
              <a:rPr spc="-345" dirty="0"/>
              <a:t> </a:t>
            </a:r>
            <a:r>
              <a:rPr spc="-160" dirty="0"/>
              <a:t>First</a:t>
            </a:r>
            <a:r>
              <a:rPr spc="-345" dirty="0"/>
              <a:t> </a:t>
            </a:r>
            <a:r>
              <a:rPr spc="-215" dirty="0"/>
              <a:t>Program</a:t>
            </a:r>
            <a:r>
              <a:rPr spc="-345" dirty="0"/>
              <a:t> </a:t>
            </a:r>
            <a:r>
              <a:rPr spc="-170" dirty="0"/>
              <a:t>in</a:t>
            </a:r>
            <a:r>
              <a:rPr spc="-345" dirty="0"/>
              <a:t> </a:t>
            </a:r>
            <a:r>
              <a:rPr spc="-10" dirty="0"/>
              <a:t>Python</a:t>
            </a:r>
          </a:p>
        </p:txBody>
      </p:sp>
      <p:sp>
        <p:nvSpPr>
          <p:cNvPr id="3" name="object 3"/>
          <p:cNvSpPr/>
          <p:nvPr/>
        </p:nvSpPr>
        <p:spPr>
          <a:xfrm>
            <a:off x="782485" y="3361435"/>
            <a:ext cx="13065760" cy="1066165"/>
          </a:xfrm>
          <a:custGeom>
            <a:avLst/>
            <a:gdLst/>
            <a:ahLst/>
            <a:cxnLst/>
            <a:rect l="l" t="t" r="r" b="b"/>
            <a:pathLst>
              <a:path w="13065760" h="1066164">
                <a:moveTo>
                  <a:pt x="13065468" y="33909"/>
                </a:moveTo>
                <a:lnTo>
                  <a:pt x="13062788" y="20688"/>
                </a:lnTo>
                <a:lnTo>
                  <a:pt x="13055499" y="9918"/>
                </a:lnTo>
                <a:lnTo>
                  <a:pt x="13044678" y="2667"/>
                </a:lnTo>
                <a:lnTo>
                  <a:pt x="13031432" y="0"/>
                </a:lnTo>
                <a:lnTo>
                  <a:pt x="12958915" y="0"/>
                </a:lnTo>
                <a:lnTo>
                  <a:pt x="106578" y="0"/>
                </a:lnTo>
                <a:lnTo>
                  <a:pt x="34010" y="0"/>
                </a:lnTo>
                <a:lnTo>
                  <a:pt x="20764" y="2667"/>
                </a:lnTo>
                <a:lnTo>
                  <a:pt x="9956" y="9918"/>
                </a:lnTo>
                <a:lnTo>
                  <a:pt x="2667" y="20688"/>
                </a:lnTo>
                <a:lnTo>
                  <a:pt x="0" y="33909"/>
                </a:lnTo>
                <a:lnTo>
                  <a:pt x="0" y="1031748"/>
                </a:lnTo>
                <a:lnTo>
                  <a:pt x="2667" y="1045006"/>
                </a:lnTo>
                <a:lnTo>
                  <a:pt x="9956" y="1055814"/>
                </a:lnTo>
                <a:lnTo>
                  <a:pt x="20764" y="1063117"/>
                </a:lnTo>
                <a:lnTo>
                  <a:pt x="34010" y="1065784"/>
                </a:lnTo>
                <a:lnTo>
                  <a:pt x="106578" y="1065784"/>
                </a:lnTo>
                <a:lnTo>
                  <a:pt x="12958915" y="1065784"/>
                </a:lnTo>
                <a:lnTo>
                  <a:pt x="13031432" y="1065784"/>
                </a:lnTo>
                <a:lnTo>
                  <a:pt x="13044678" y="1063117"/>
                </a:lnTo>
                <a:lnTo>
                  <a:pt x="13055499" y="1055814"/>
                </a:lnTo>
                <a:lnTo>
                  <a:pt x="13062788" y="1045006"/>
                </a:lnTo>
                <a:lnTo>
                  <a:pt x="13065468" y="1031748"/>
                </a:lnTo>
                <a:lnTo>
                  <a:pt x="13065468" y="3390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781304" y="1450504"/>
            <a:ext cx="11713210" cy="367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latin typeface="Trebuchet MS" panose="020B0603020202020204" pitchFamily="34" charset="0"/>
              </a:rPr>
              <a:t>We</a:t>
            </a:r>
            <a:r>
              <a:rPr sz="1800" spc="25" dirty="0">
                <a:latin typeface="Trebuchet MS" panose="020B0603020202020204" pitchFamily="34" charset="0"/>
              </a:rPr>
              <a:t> </a:t>
            </a:r>
            <a:r>
              <a:rPr sz="1800" spc="20" dirty="0">
                <a:latin typeface="Trebuchet MS" panose="020B0603020202020204" pitchFamily="34" charset="0"/>
              </a:rPr>
              <a:t>can</a:t>
            </a:r>
            <a:r>
              <a:rPr sz="1800" spc="30" dirty="0">
                <a:latin typeface="Trebuchet MS" panose="020B0603020202020204" pitchFamily="34" charset="0"/>
              </a:rPr>
              <a:t> </a:t>
            </a:r>
            <a:r>
              <a:rPr sz="1800" spc="20" dirty="0">
                <a:latin typeface="Trebuchet MS" panose="020B0603020202020204" pitchFamily="34" charset="0"/>
              </a:rPr>
              <a:t>use</a:t>
            </a:r>
            <a:r>
              <a:rPr sz="1800" spc="25" dirty="0">
                <a:latin typeface="Trebuchet MS" panose="020B0603020202020204" pitchFamily="34" charset="0"/>
              </a:rPr>
              <a:t> </a:t>
            </a:r>
            <a:r>
              <a:rPr sz="1800" spc="130" dirty="0">
                <a:latin typeface="Trebuchet MS" panose="020B0603020202020204" pitchFamily="34" charset="0"/>
              </a:rPr>
              <a:t>print</a:t>
            </a:r>
            <a:r>
              <a:rPr sz="1800" spc="30" dirty="0">
                <a:latin typeface="Trebuchet MS" panose="020B0603020202020204" pitchFamily="34" charset="0"/>
              </a:rPr>
              <a:t> </a:t>
            </a:r>
            <a:r>
              <a:rPr sz="1800" spc="75" dirty="0">
                <a:latin typeface="Trebuchet MS" panose="020B0603020202020204" pitchFamily="34" charset="0"/>
              </a:rPr>
              <a:t>command</a:t>
            </a:r>
            <a:r>
              <a:rPr sz="1800" dirty="0">
                <a:latin typeface="Trebuchet MS" panose="020B0603020202020204" pitchFamily="34" charset="0"/>
              </a:rPr>
              <a:t> </a:t>
            </a:r>
            <a:r>
              <a:rPr sz="1800" spc="165" dirty="0">
                <a:latin typeface="Trebuchet MS" panose="020B0603020202020204" pitchFamily="34" charset="0"/>
              </a:rPr>
              <a:t>to</a:t>
            </a:r>
            <a:r>
              <a:rPr sz="1800" spc="50" dirty="0">
                <a:latin typeface="Trebuchet MS" panose="020B0603020202020204" pitchFamily="34" charset="0"/>
              </a:rPr>
              <a:t> </a:t>
            </a:r>
            <a:r>
              <a:rPr sz="1800" spc="90" dirty="0">
                <a:latin typeface="Trebuchet MS" panose="020B0603020202020204" pitchFamily="34" charset="0"/>
              </a:rPr>
              <a:t>join</a:t>
            </a:r>
            <a:r>
              <a:rPr sz="1800" spc="15" dirty="0">
                <a:latin typeface="Trebuchet MS" panose="020B0603020202020204" pitchFamily="34" charset="0"/>
              </a:rPr>
              <a:t> </a:t>
            </a:r>
            <a:r>
              <a:rPr sz="1800" spc="100" dirty="0">
                <a:latin typeface="Trebuchet MS" panose="020B0603020202020204" pitchFamily="34" charset="0"/>
              </a:rPr>
              <a:t>multiple</a:t>
            </a:r>
            <a:r>
              <a:rPr sz="1800" spc="35" dirty="0">
                <a:latin typeface="Trebuchet MS" panose="020B0603020202020204" pitchFamily="34" charset="0"/>
              </a:rPr>
              <a:t> </a:t>
            </a:r>
            <a:r>
              <a:rPr sz="1800" spc="65" dirty="0">
                <a:latin typeface="Trebuchet MS" panose="020B0603020202020204" pitchFamily="34" charset="0"/>
              </a:rPr>
              <a:t>words,</a:t>
            </a:r>
            <a:r>
              <a:rPr sz="1800" spc="5" dirty="0">
                <a:latin typeface="Trebuchet MS" panose="020B0603020202020204" pitchFamily="34" charset="0"/>
              </a:rPr>
              <a:t> </a:t>
            </a:r>
            <a:r>
              <a:rPr sz="1800" spc="20" dirty="0">
                <a:latin typeface="Trebuchet MS" panose="020B0603020202020204" pitchFamily="34" charset="0"/>
              </a:rPr>
              <a:t>strings(sequence</a:t>
            </a:r>
            <a:r>
              <a:rPr sz="1800" spc="25" dirty="0">
                <a:latin typeface="Trebuchet MS" panose="020B0603020202020204" pitchFamily="34" charset="0"/>
              </a:rPr>
              <a:t> </a:t>
            </a:r>
            <a:r>
              <a:rPr sz="1800" spc="145" dirty="0">
                <a:latin typeface="Trebuchet MS" panose="020B0603020202020204" pitchFamily="34" charset="0"/>
              </a:rPr>
              <a:t>of</a:t>
            </a:r>
            <a:r>
              <a:rPr sz="1800" spc="25" dirty="0">
                <a:latin typeface="Trebuchet MS" panose="020B0603020202020204" pitchFamily="34" charset="0"/>
              </a:rPr>
              <a:t> </a:t>
            </a:r>
            <a:r>
              <a:rPr sz="1800" spc="20" dirty="0">
                <a:latin typeface="Trebuchet MS" panose="020B0603020202020204" pitchFamily="34" charset="0"/>
              </a:rPr>
              <a:t>characters),</a:t>
            </a:r>
            <a:r>
              <a:rPr sz="1800" spc="30" dirty="0">
                <a:latin typeface="Trebuchet MS" panose="020B0603020202020204" pitchFamily="34" charset="0"/>
              </a:rPr>
              <a:t> </a:t>
            </a:r>
            <a:r>
              <a:rPr sz="1800" spc="45" dirty="0">
                <a:latin typeface="Trebuchet MS" panose="020B0603020202020204" pitchFamily="34" charset="0"/>
              </a:rPr>
              <a:t>numbers.</a:t>
            </a: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800" spc="45" dirty="0">
              <a:latin typeface="Trebuchet MS" panose="020B0603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800" dirty="0">
                <a:latin typeface="Trebuchet MS" panose="020B0603020202020204" pitchFamily="34" charset="0"/>
              </a:rPr>
              <a:t>To</a:t>
            </a:r>
            <a:r>
              <a:rPr sz="1800" spc="10" dirty="0">
                <a:latin typeface="Trebuchet MS" panose="020B0603020202020204" pitchFamily="34" charset="0"/>
              </a:rPr>
              <a:t> </a:t>
            </a:r>
            <a:r>
              <a:rPr sz="1800" b="1" dirty="0">
                <a:latin typeface="Trebuchet MS" panose="020B0603020202020204" pitchFamily="34" charset="0"/>
                <a:cs typeface="Arial"/>
              </a:rPr>
              <a:t>join</a:t>
            </a:r>
            <a:r>
              <a:rPr sz="1800" b="1" spc="-65" dirty="0">
                <a:latin typeface="Trebuchet MS" panose="020B0603020202020204" pitchFamily="34" charset="0"/>
                <a:cs typeface="Arial"/>
              </a:rPr>
              <a:t> </a:t>
            </a:r>
            <a:r>
              <a:rPr sz="1800" b="1" dirty="0">
                <a:latin typeface="Trebuchet MS" panose="020B0603020202020204" pitchFamily="34" charset="0"/>
                <a:cs typeface="Arial"/>
              </a:rPr>
              <a:t>multiple</a:t>
            </a:r>
            <a:r>
              <a:rPr sz="1800" b="1" spc="-55" dirty="0">
                <a:latin typeface="Trebuchet MS" panose="020B0603020202020204" pitchFamily="34" charset="0"/>
                <a:cs typeface="Arial"/>
              </a:rPr>
              <a:t> </a:t>
            </a:r>
            <a:r>
              <a:rPr sz="1800" b="1" dirty="0">
                <a:latin typeface="Trebuchet MS" panose="020B0603020202020204" pitchFamily="34" charset="0"/>
                <a:cs typeface="Arial"/>
              </a:rPr>
              <a:t>items</a:t>
            </a:r>
            <a:r>
              <a:rPr sz="1800" b="1" spc="-65" dirty="0">
                <a:latin typeface="Trebuchet MS" panose="020B0603020202020204" pitchFamily="34" charset="0"/>
                <a:cs typeface="Arial"/>
              </a:rPr>
              <a:t> </a:t>
            </a:r>
            <a:r>
              <a:rPr sz="1800" b="1" spc="70" dirty="0">
                <a:latin typeface="Trebuchet MS" panose="020B0603020202020204" pitchFamily="34" charset="0"/>
                <a:cs typeface="Arial"/>
              </a:rPr>
              <a:t>to</a:t>
            </a:r>
            <a:r>
              <a:rPr sz="1800" b="1" spc="-25" dirty="0">
                <a:latin typeface="Trebuchet MS" panose="020B0603020202020204" pitchFamily="34" charset="0"/>
                <a:cs typeface="Arial"/>
              </a:rPr>
              <a:t> </a:t>
            </a:r>
            <a:r>
              <a:rPr sz="1800" b="1" dirty="0">
                <a:latin typeface="Trebuchet MS" panose="020B0603020202020204" pitchFamily="34" charset="0"/>
                <a:cs typeface="Arial"/>
              </a:rPr>
              <a:t>form</a:t>
            </a:r>
            <a:r>
              <a:rPr sz="1800" b="1" spc="-55" dirty="0">
                <a:latin typeface="Trebuchet MS" panose="020B0603020202020204" pitchFamily="34" charset="0"/>
                <a:cs typeface="Arial"/>
              </a:rPr>
              <a:t> </a:t>
            </a:r>
            <a:r>
              <a:rPr sz="1800" b="1" dirty="0">
                <a:latin typeface="Trebuchet MS" panose="020B0603020202020204" pitchFamily="34" charset="0"/>
                <a:cs typeface="Arial"/>
              </a:rPr>
              <a:t>a</a:t>
            </a:r>
            <a:r>
              <a:rPr sz="1800" b="1" spc="-30" dirty="0">
                <a:latin typeface="Trebuchet MS" panose="020B0603020202020204" pitchFamily="34" charset="0"/>
                <a:cs typeface="Arial"/>
              </a:rPr>
              <a:t> </a:t>
            </a:r>
            <a:r>
              <a:rPr sz="1800" b="1" spc="-35" dirty="0">
                <a:latin typeface="Trebuchet MS" panose="020B0603020202020204" pitchFamily="34" charset="0"/>
                <a:cs typeface="Arial"/>
              </a:rPr>
              <a:t>single</a:t>
            </a:r>
            <a:r>
              <a:rPr sz="1800" b="1" spc="-55" dirty="0">
                <a:latin typeface="Trebuchet MS" panose="020B0603020202020204" pitchFamily="34" charset="0"/>
                <a:cs typeface="Arial"/>
              </a:rPr>
              <a:t> </a:t>
            </a:r>
            <a:r>
              <a:rPr sz="1800" b="1" dirty="0">
                <a:latin typeface="Trebuchet MS" panose="020B0603020202020204" pitchFamily="34" charset="0"/>
                <a:cs typeface="Arial"/>
              </a:rPr>
              <a:t>sentence</a:t>
            </a:r>
            <a:r>
              <a:rPr sz="1800" dirty="0">
                <a:latin typeface="Trebuchet MS" panose="020B0603020202020204" pitchFamily="34" charset="0"/>
              </a:rPr>
              <a:t>,</a:t>
            </a:r>
            <a:r>
              <a:rPr sz="1800" spc="-40" dirty="0">
                <a:latin typeface="Trebuchet MS" panose="020B0603020202020204" pitchFamily="34" charset="0"/>
              </a:rPr>
              <a:t> </a:t>
            </a:r>
            <a:r>
              <a:rPr sz="1800" spc="50" dirty="0">
                <a:latin typeface="Trebuchet MS" panose="020B0603020202020204" pitchFamily="34" charset="0"/>
              </a:rPr>
              <a:t>separate</a:t>
            </a:r>
            <a:r>
              <a:rPr sz="1800" dirty="0">
                <a:latin typeface="Trebuchet MS" panose="020B0603020202020204" pitchFamily="34" charset="0"/>
              </a:rPr>
              <a:t> </a:t>
            </a:r>
            <a:r>
              <a:rPr sz="1800" spc="110" dirty="0">
                <a:latin typeface="Trebuchet MS" panose="020B0603020202020204" pitchFamily="34" charset="0"/>
              </a:rPr>
              <a:t>the</a:t>
            </a:r>
            <a:r>
              <a:rPr sz="1800" dirty="0">
                <a:latin typeface="Trebuchet MS" panose="020B0603020202020204" pitchFamily="34" charset="0"/>
              </a:rPr>
              <a:t> </a:t>
            </a:r>
            <a:r>
              <a:rPr sz="1800" spc="90" dirty="0">
                <a:latin typeface="Trebuchet MS" panose="020B0603020202020204" pitchFamily="34" charset="0"/>
              </a:rPr>
              <a:t>items</a:t>
            </a:r>
            <a:r>
              <a:rPr sz="1800" spc="10" dirty="0">
                <a:latin typeface="Trebuchet MS" panose="020B0603020202020204" pitchFamily="34" charset="0"/>
              </a:rPr>
              <a:t> </a:t>
            </a:r>
            <a:r>
              <a:rPr sz="1800" spc="165" dirty="0">
                <a:latin typeface="Trebuchet MS" panose="020B0603020202020204" pitchFamily="34" charset="0"/>
              </a:rPr>
              <a:t>to</a:t>
            </a:r>
            <a:r>
              <a:rPr sz="1800" dirty="0">
                <a:latin typeface="Trebuchet MS" panose="020B0603020202020204" pitchFamily="34" charset="0"/>
              </a:rPr>
              <a:t> be </a:t>
            </a:r>
            <a:r>
              <a:rPr sz="1800" spc="100" dirty="0">
                <a:latin typeface="Trebuchet MS" panose="020B0603020202020204" pitchFamily="34" charset="0"/>
              </a:rPr>
              <a:t>printed</a:t>
            </a:r>
            <a:r>
              <a:rPr sz="1800" spc="-20" dirty="0">
                <a:latin typeface="Trebuchet MS" panose="020B0603020202020204" pitchFamily="34" charset="0"/>
              </a:rPr>
              <a:t> </a:t>
            </a:r>
            <a:r>
              <a:rPr sz="1800" spc="140" dirty="0">
                <a:latin typeface="Trebuchet MS" panose="020B0603020202020204" pitchFamily="34" charset="0"/>
              </a:rPr>
              <a:t>with</a:t>
            </a:r>
            <a:r>
              <a:rPr sz="1800" spc="10" dirty="0">
                <a:latin typeface="Trebuchet MS" panose="020B0603020202020204" pitchFamily="34" charset="0"/>
              </a:rPr>
              <a:t> </a:t>
            </a:r>
            <a:r>
              <a:rPr sz="1800" spc="75" dirty="0">
                <a:latin typeface="Trebuchet MS" panose="020B0603020202020204" pitchFamily="34" charset="0"/>
              </a:rPr>
              <a:t>comma</a:t>
            </a:r>
            <a:r>
              <a:rPr sz="1800" spc="-10" dirty="0">
                <a:latin typeface="Trebuchet MS" panose="020B0603020202020204" pitchFamily="34" charset="0"/>
              </a:rPr>
              <a:t> </a:t>
            </a:r>
            <a:r>
              <a:rPr sz="1800" dirty="0">
                <a:latin typeface="Trebuchet MS" panose="020B0603020202020204" pitchFamily="34" charset="0"/>
              </a:rPr>
              <a:t>( ,</a:t>
            </a:r>
            <a:r>
              <a:rPr sz="1800" spc="10" dirty="0">
                <a:latin typeface="Trebuchet MS" panose="020B0603020202020204" pitchFamily="34" charset="0"/>
              </a:rPr>
              <a:t> </a:t>
            </a:r>
            <a:r>
              <a:rPr sz="1800" dirty="0">
                <a:latin typeface="Trebuchet MS" panose="020B0603020202020204" pitchFamily="34" charset="0"/>
              </a:rPr>
              <a:t>) </a:t>
            </a:r>
            <a:r>
              <a:rPr sz="1800" spc="65" dirty="0">
                <a:latin typeface="Trebuchet MS" panose="020B0603020202020204" pitchFamily="34" charset="0"/>
              </a:rPr>
              <a:t>operator.</a:t>
            </a:r>
          </a:p>
          <a:p>
            <a:pPr>
              <a:lnSpc>
                <a:spcPct val="100000"/>
              </a:lnSpc>
              <a:buClr>
                <a:srgbClr val="2C3148"/>
              </a:buClr>
              <a:buFont typeface="Microsoft Sans Serif"/>
              <a:buChar char="•"/>
            </a:pPr>
            <a:endParaRPr sz="1800" spc="65" dirty="0">
              <a:latin typeface="Trebuchet MS" panose="020B0603020202020204" pitchFamily="34" charset="0"/>
            </a:endParaRPr>
          </a:p>
          <a:p>
            <a:pPr marL="227965">
              <a:lnSpc>
                <a:spcPct val="100000"/>
              </a:lnSpc>
            </a:pPr>
            <a:r>
              <a:rPr sz="1800" b="1" dirty="0">
                <a:solidFill>
                  <a:srgbClr val="2E5496"/>
                </a:solidFill>
                <a:latin typeface="Trebuchet MS" panose="020B0603020202020204" pitchFamily="34" charset="0"/>
                <a:cs typeface="Consolas"/>
              </a:rPr>
              <a:t>print</a:t>
            </a:r>
            <a:r>
              <a:rPr sz="1800" b="1" spc="-40" dirty="0">
                <a:solidFill>
                  <a:srgbClr val="2E5496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800" b="1" dirty="0">
                <a:solidFill>
                  <a:srgbClr val="2E5496"/>
                </a:solidFill>
                <a:latin typeface="Trebuchet MS" panose="020B0603020202020204" pitchFamily="34" charset="0"/>
                <a:cs typeface="Consolas"/>
              </a:rPr>
              <a:t>("This</a:t>
            </a:r>
            <a:r>
              <a:rPr sz="1800" b="1" spc="-10" dirty="0">
                <a:solidFill>
                  <a:srgbClr val="2E5496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800" b="1" dirty="0">
                <a:solidFill>
                  <a:srgbClr val="2E5496"/>
                </a:solidFill>
                <a:latin typeface="Trebuchet MS" panose="020B0603020202020204" pitchFamily="34" charset="0"/>
                <a:cs typeface="Consolas"/>
              </a:rPr>
              <a:t>is",</a:t>
            </a:r>
            <a:r>
              <a:rPr sz="1800" b="1" spc="-25" dirty="0">
                <a:solidFill>
                  <a:srgbClr val="2E5496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800" b="1" dirty="0">
                <a:solidFill>
                  <a:srgbClr val="2E5496"/>
                </a:solidFill>
                <a:latin typeface="Trebuchet MS" panose="020B0603020202020204" pitchFamily="34" charset="0"/>
                <a:cs typeface="Consolas"/>
              </a:rPr>
              <a:t>"session</a:t>
            </a:r>
            <a:r>
              <a:rPr sz="1800" b="1" spc="-25" dirty="0">
                <a:solidFill>
                  <a:srgbClr val="2E5496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800" b="1" dirty="0">
                <a:solidFill>
                  <a:srgbClr val="2E5496"/>
                </a:solidFill>
                <a:latin typeface="Trebuchet MS" panose="020B0603020202020204" pitchFamily="34" charset="0"/>
                <a:cs typeface="Consolas"/>
              </a:rPr>
              <a:t>no.",</a:t>
            </a:r>
            <a:r>
              <a:rPr sz="1800" b="1" spc="-25" dirty="0">
                <a:solidFill>
                  <a:srgbClr val="2E5496"/>
                </a:solidFill>
                <a:latin typeface="Trebuchet MS" panose="020B0603020202020204" pitchFamily="34" charset="0"/>
                <a:cs typeface="Consolas"/>
              </a:rPr>
              <a:t> 3)</a:t>
            </a:r>
          </a:p>
          <a:p>
            <a:pPr marL="227965">
              <a:lnSpc>
                <a:spcPct val="100000"/>
              </a:lnSpc>
              <a:spcBef>
                <a:spcPts val="805"/>
              </a:spcBef>
            </a:pPr>
            <a:r>
              <a:rPr sz="1800" dirty="0">
                <a:latin typeface="Trebuchet MS" panose="020B0603020202020204" pitchFamily="34" charset="0"/>
                <a:cs typeface="Consolas"/>
              </a:rPr>
              <a:t>This</a:t>
            </a:r>
            <a:r>
              <a:rPr sz="1800" spc="-25" dirty="0">
                <a:latin typeface="Trebuchet MS" panose="020B0603020202020204" pitchFamily="34" charset="0"/>
                <a:cs typeface="Consolas"/>
              </a:rPr>
              <a:t> </a:t>
            </a:r>
            <a:r>
              <a:rPr sz="1800" dirty="0">
                <a:latin typeface="Trebuchet MS" panose="020B0603020202020204" pitchFamily="34" charset="0"/>
                <a:cs typeface="Consolas"/>
              </a:rPr>
              <a:t>is</a:t>
            </a:r>
            <a:r>
              <a:rPr sz="1800" spc="-10" dirty="0">
                <a:latin typeface="Trebuchet MS" panose="020B0603020202020204" pitchFamily="34" charset="0"/>
                <a:cs typeface="Consolas"/>
              </a:rPr>
              <a:t> </a:t>
            </a:r>
            <a:r>
              <a:rPr sz="1800" dirty="0">
                <a:latin typeface="Trebuchet MS" panose="020B0603020202020204" pitchFamily="34" charset="0"/>
                <a:cs typeface="Consolas"/>
              </a:rPr>
              <a:t>session</a:t>
            </a:r>
            <a:r>
              <a:rPr sz="1800" spc="-25" dirty="0">
                <a:latin typeface="Trebuchet MS" panose="020B0603020202020204" pitchFamily="34" charset="0"/>
                <a:cs typeface="Consolas"/>
              </a:rPr>
              <a:t> </a:t>
            </a:r>
            <a:r>
              <a:rPr sz="1800" dirty="0">
                <a:latin typeface="Trebuchet MS" panose="020B0603020202020204" pitchFamily="34" charset="0"/>
                <a:cs typeface="Consolas"/>
              </a:rPr>
              <a:t>no.</a:t>
            </a:r>
            <a:r>
              <a:rPr sz="1800" spc="-5" dirty="0">
                <a:latin typeface="Trebuchet MS" panose="020B0603020202020204" pitchFamily="34" charset="0"/>
                <a:cs typeface="Consolas"/>
              </a:rPr>
              <a:t> </a:t>
            </a:r>
            <a:r>
              <a:rPr sz="1800" spc="-50" dirty="0">
                <a:latin typeface="Trebuchet MS" panose="020B0603020202020204" pitchFamily="34" charset="0"/>
                <a:cs typeface="Consolas"/>
              </a:rPr>
              <a:t>3</a:t>
            </a:r>
          </a:p>
          <a:p>
            <a:pPr>
              <a:lnSpc>
                <a:spcPct val="100000"/>
              </a:lnSpc>
              <a:spcBef>
                <a:spcPts val="1864"/>
              </a:spcBef>
            </a:pPr>
            <a:endParaRPr sz="1800" spc="-50" dirty="0">
              <a:latin typeface="Trebuchet MS" panose="020B0603020202020204" pitchFamily="34" charset="0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800" spc="110" dirty="0">
                <a:latin typeface="Trebuchet MS" panose="020B0603020202020204" pitchFamily="34" charset="0"/>
              </a:rPr>
              <a:t>Different</a:t>
            </a:r>
            <a:r>
              <a:rPr sz="1800" spc="30" dirty="0">
                <a:latin typeface="Trebuchet MS" panose="020B0603020202020204" pitchFamily="34" charset="0"/>
              </a:rPr>
              <a:t> </a:t>
            </a:r>
            <a:r>
              <a:rPr sz="1800" b="1" dirty="0">
                <a:latin typeface="Trebuchet MS" panose="020B0603020202020204" pitchFamily="34" charset="0"/>
                <a:cs typeface="Arial"/>
              </a:rPr>
              <a:t>operators</a:t>
            </a:r>
            <a:r>
              <a:rPr sz="1800" b="1" spc="-20" dirty="0">
                <a:latin typeface="Trebuchet MS" panose="020B0603020202020204" pitchFamily="34" charset="0"/>
                <a:cs typeface="Arial"/>
              </a:rPr>
              <a:t> </a:t>
            </a:r>
            <a:r>
              <a:rPr sz="1800" b="1" dirty="0">
                <a:latin typeface="Trebuchet MS" panose="020B0603020202020204" pitchFamily="34" charset="0"/>
                <a:cs typeface="Arial"/>
              </a:rPr>
              <a:t>and</a:t>
            </a:r>
            <a:r>
              <a:rPr sz="1800" b="1" spc="-10" dirty="0">
                <a:latin typeface="Trebuchet MS" panose="020B0603020202020204" pitchFamily="34" charset="0"/>
                <a:cs typeface="Arial"/>
              </a:rPr>
              <a:t> </a:t>
            </a:r>
            <a:r>
              <a:rPr sz="1800" b="1" dirty="0">
                <a:latin typeface="Trebuchet MS" panose="020B0603020202020204" pitchFamily="34" charset="0"/>
                <a:cs typeface="Arial"/>
              </a:rPr>
              <a:t>formatting</a:t>
            </a:r>
            <a:r>
              <a:rPr sz="1800" b="1" spc="-30" dirty="0">
                <a:latin typeface="Trebuchet MS" panose="020B0603020202020204" pitchFamily="34" charset="0"/>
                <a:cs typeface="Arial"/>
              </a:rPr>
              <a:t> </a:t>
            </a:r>
            <a:r>
              <a:rPr sz="1800" b="1" dirty="0">
                <a:latin typeface="Trebuchet MS" panose="020B0603020202020204" pitchFamily="34" charset="0"/>
                <a:cs typeface="Arial"/>
              </a:rPr>
              <a:t>options</a:t>
            </a:r>
            <a:r>
              <a:rPr sz="1800" b="1" spc="35" dirty="0">
                <a:latin typeface="Trebuchet MS" panose="020B0603020202020204" pitchFamily="34" charset="0"/>
                <a:cs typeface="Arial"/>
              </a:rPr>
              <a:t> </a:t>
            </a:r>
            <a:r>
              <a:rPr sz="1800" spc="145" dirty="0">
                <a:latin typeface="Trebuchet MS" panose="020B0603020202020204" pitchFamily="34" charset="0"/>
              </a:rPr>
              <a:t>that</a:t>
            </a:r>
            <a:r>
              <a:rPr sz="1800" spc="15" dirty="0">
                <a:latin typeface="Trebuchet MS" panose="020B0603020202020204" pitchFamily="34" charset="0"/>
              </a:rPr>
              <a:t> </a:t>
            </a:r>
            <a:r>
              <a:rPr sz="1800" dirty="0">
                <a:latin typeface="Trebuchet MS" panose="020B0603020202020204" pitchFamily="34" charset="0"/>
              </a:rPr>
              <a:t>can</a:t>
            </a:r>
            <a:r>
              <a:rPr sz="1800" spc="35" dirty="0">
                <a:latin typeface="Trebuchet MS" panose="020B0603020202020204" pitchFamily="34" charset="0"/>
              </a:rPr>
              <a:t> </a:t>
            </a:r>
            <a:r>
              <a:rPr sz="1800" dirty="0">
                <a:latin typeface="Trebuchet MS" panose="020B0603020202020204" pitchFamily="34" charset="0"/>
              </a:rPr>
              <a:t>be</a:t>
            </a:r>
            <a:r>
              <a:rPr sz="1800" spc="40" dirty="0">
                <a:latin typeface="Trebuchet MS" panose="020B0603020202020204" pitchFamily="34" charset="0"/>
              </a:rPr>
              <a:t> </a:t>
            </a:r>
            <a:r>
              <a:rPr sz="1800" dirty="0">
                <a:latin typeface="Trebuchet MS" panose="020B0603020202020204" pitchFamily="34" charset="0"/>
              </a:rPr>
              <a:t>used</a:t>
            </a:r>
            <a:r>
              <a:rPr sz="1800" spc="20" dirty="0">
                <a:latin typeface="Trebuchet MS" panose="020B0603020202020204" pitchFamily="34" charset="0"/>
              </a:rPr>
              <a:t> </a:t>
            </a:r>
            <a:r>
              <a:rPr sz="1800" spc="140" dirty="0">
                <a:latin typeface="Trebuchet MS" panose="020B0603020202020204" pitchFamily="34" charset="0"/>
              </a:rPr>
              <a:t>with</a:t>
            </a:r>
            <a:r>
              <a:rPr sz="1800" spc="50" dirty="0">
                <a:latin typeface="Trebuchet MS" panose="020B0603020202020204" pitchFamily="34" charset="0"/>
              </a:rPr>
              <a:t> </a:t>
            </a:r>
            <a:r>
              <a:rPr sz="1800" spc="130" dirty="0">
                <a:latin typeface="Trebuchet MS" panose="020B0603020202020204" pitchFamily="34" charset="0"/>
              </a:rPr>
              <a:t>print</a:t>
            </a:r>
            <a:r>
              <a:rPr sz="1800" spc="30" dirty="0">
                <a:latin typeface="Trebuchet MS" panose="020B0603020202020204" pitchFamily="34" charset="0"/>
              </a:rPr>
              <a:t> </a:t>
            </a:r>
            <a:r>
              <a:rPr sz="1800" spc="75" dirty="0">
                <a:latin typeface="Trebuchet MS" panose="020B0603020202020204" pitchFamily="34" charset="0"/>
              </a:rPr>
              <a:t>command</a:t>
            </a:r>
            <a:r>
              <a:rPr sz="1800" spc="5" dirty="0">
                <a:latin typeface="Trebuchet MS" panose="020B0603020202020204" pitchFamily="34" charset="0"/>
              </a:rPr>
              <a:t> </a:t>
            </a:r>
            <a:r>
              <a:rPr sz="1800" spc="-20" dirty="0">
                <a:latin typeface="Trebuchet MS" panose="020B0603020202020204" pitchFamily="34" charset="0"/>
              </a:rPr>
              <a:t>are:</a:t>
            </a:r>
          </a:p>
        </p:txBody>
      </p:sp>
      <p:sp>
        <p:nvSpPr>
          <p:cNvPr id="5" name="object 5"/>
          <p:cNvSpPr/>
          <p:nvPr/>
        </p:nvSpPr>
        <p:spPr>
          <a:xfrm>
            <a:off x="793788" y="5300471"/>
            <a:ext cx="13042900" cy="1966595"/>
          </a:xfrm>
          <a:custGeom>
            <a:avLst/>
            <a:gdLst/>
            <a:ahLst/>
            <a:cxnLst/>
            <a:rect l="l" t="t" r="r" b="b"/>
            <a:pathLst>
              <a:path w="13042900" h="1966595">
                <a:moveTo>
                  <a:pt x="0" y="95250"/>
                </a:moveTo>
                <a:lnTo>
                  <a:pt x="7487" y="58132"/>
                </a:lnTo>
                <a:lnTo>
                  <a:pt x="27906" y="27860"/>
                </a:lnTo>
                <a:lnTo>
                  <a:pt x="58191" y="7471"/>
                </a:lnTo>
                <a:lnTo>
                  <a:pt x="95275" y="0"/>
                </a:lnTo>
                <a:lnTo>
                  <a:pt x="12947611" y="0"/>
                </a:lnTo>
                <a:lnTo>
                  <a:pt x="12984676" y="7471"/>
                </a:lnTo>
                <a:lnTo>
                  <a:pt x="13014953" y="27860"/>
                </a:lnTo>
                <a:lnTo>
                  <a:pt x="13035372" y="58132"/>
                </a:lnTo>
                <a:lnTo>
                  <a:pt x="13042861" y="95250"/>
                </a:lnTo>
                <a:lnTo>
                  <a:pt x="13042861" y="1870875"/>
                </a:lnTo>
                <a:lnTo>
                  <a:pt x="13035372" y="1907959"/>
                </a:lnTo>
                <a:lnTo>
                  <a:pt x="13014953" y="1938243"/>
                </a:lnTo>
                <a:lnTo>
                  <a:pt x="12984676" y="1958662"/>
                </a:lnTo>
                <a:lnTo>
                  <a:pt x="12947611" y="1966150"/>
                </a:lnTo>
                <a:lnTo>
                  <a:pt x="95275" y="1966150"/>
                </a:lnTo>
                <a:lnTo>
                  <a:pt x="58191" y="1958662"/>
                </a:lnTo>
                <a:lnTo>
                  <a:pt x="27906" y="1938243"/>
                </a:lnTo>
                <a:lnTo>
                  <a:pt x="7487" y="1907959"/>
                </a:lnTo>
                <a:lnTo>
                  <a:pt x="0" y="1870875"/>
                </a:lnTo>
                <a:lnTo>
                  <a:pt x="0" y="95250"/>
                </a:lnTo>
                <a:close/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12184" y="5475223"/>
            <a:ext cx="8826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solidFill>
                  <a:srgbClr val="2C3148"/>
                </a:solidFill>
                <a:latin typeface="Microsoft Sans Serif"/>
                <a:cs typeface="Microsoft Sans Serif"/>
              </a:rPr>
              <a:t>,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33892" y="5475223"/>
            <a:ext cx="4581907" cy="282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To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print</a:t>
            </a:r>
            <a:r>
              <a:rPr sz="1750" spc="-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0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multiple</a:t>
            </a:r>
            <a:r>
              <a:rPr sz="1750" spc="-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strings</a:t>
            </a:r>
            <a:r>
              <a:rPr sz="1750" spc="-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9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in</a:t>
            </a:r>
            <a:r>
              <a:rPr sz="1750" spc="-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line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01408" y="5958382"/>
            <a:ext cx="13027660" cy="650875"/>
          </a:xfrm>
          <a:custGeom>
            <a:avLst/>
            <a:gdLst/>
            <a:ahLst/>
            <a:cxnLst/>
            <a:rect l="l" t="t" r="r" b="b"/>
            <a:pathLst>
              <a:path w="13027660" h="650875">
                <a:moveTo>
                  <a:pt x="13027533" y="0"/>
                </a:moveTo>
                <a:lnTo>
                  <a:pt x="0" y="0"/>
                </a:lnTo>
                <a:lnTo>
                  <a:pt x="0" y="650316"/>
                </a:lnTo>
                <a:lnTo>
                  <a:pt x="13027533" y="650316"/>
                </a:lnTo>
                <a:lnTo>
                  <a:pt x="13027533" y="0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995928" y="6125717"/>
            <a:ext cx="13525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solidFill>
                  <a:srgbClr val="2C3148"/>
                </a:solidFill>
                <a:latin typeface="Microsoft Sans Serif"/>
                <a:cs typeface="Microsoft Sans Serif"/>
              </a:rPr>
              <a:t>+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46593" y="6125717"/>
            <a:ext cx="5864607" cy="282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To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concatenate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two</a:t>
            </a:r>
            <a:r>
              <a:rPr sz="1750" spc="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strings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into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</a:t>
            </a:r>
            <a:r>
              <a:rPr sz="1750" spc="3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single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string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46652" y="6776110"/>
            <a:ext cx="220979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solidFill>
                  <a:srgbClr val="2C3148"/>
                </a:solidFill>
                <a:latin typeface="Microsoft Sans Serif"/>
                <a:cs typeface="Microsoft Sans Serif"/>
              </a:rPr>
              <a:t>%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33893" y="6776110"/>
            <a:ext cx="382270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To</a:t>
            </a:r>
            <a:r>
              <a:rPr sz="17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concatenate</a:t>
            </a:r>
            <a:r>
              <a:rPr sz="1750" spc="4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strings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and</a:t>
            </a:r>
            <a:r>
              <a:rPr sz="1750" spc="4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integers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8778" y="27267"/>
            <a:ext cx="12435840" cy="981073"/>
          </a:xfrm>
          <a:prstGeom prst="rect">
            <a:avLst/>
          </a:prstGeom>
        </p:spPr>
        <p:txBody>
          <a:bodyPr vert="horz" wrap="square" lIns="0" tIns="425322" rIns="0" bIns="0" rtlCol="0">
            <a:spAutoFit/>
          </a:bodyPr>
          <a:lstStyle/>
          <a:p>
            <a:pPr marL="2178685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Writing</a:t>
            </a:r>
            <a:r>
              <a:rPr spc="-340" dirty="0"/>
              <a:t> </a:t>
            </a:r>
            <a:r>
              <a:rPr spc="-130" dirty="0"/>
              <a:t>your</a:t>
            </a:r>
            <a:r>
              <a:rPr spc="-345" dirty="0"/>
              <a:t> </a:t>
            </a:r>
            <a:r>
              <a:rPr spc="-160" dirty="0"/>
              <a:t>First</a:t>
            </a:r>
            <a:r>
              <a:rPr spc="-345" dirty="0"/>
              <a:t> </a:t>
            </a:r>
            <a:r>
              <a:rPr spc="-215" dirty="0"/>
              <a:t>Program</a:t>
            </a:r>
            <a:r>
              <a:rPr spc="-345" dirty="0"/>
              <a:t> </a:t>
            </a:r>
            <a:r>
              <a:rPr spc="-170" dirty="0"/>
              <a:t>in</a:t>
            </a:r>
            <a:r>
              <a:rPr spc="-345" dirty="0"/>
              <a:t> </a:t>
            </a:r>
            <a:r>
              <a:rPr spc="-10" dirty="0"/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1304" y="1522512"/>
            <a:ext cx="369252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55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How</a:t>
            </a:r>
            <a:r>
              <a:rPr sz="2000" spc="-210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 </a:t>
            </a:r>
            <a:r>
              <a:rPr sz="2000" spc="-85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to</a:t>
            </a:r>
            <a:r>
              <a:rPr sz="2000" spc="-200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 </a:t>
            </a:r>
            <a:r>
              <a:rPr sz="2000" spc="-125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print</a:t>
            </a:r>
            <a:r>
              <a:rPr sz="2000" spc="-210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 </a:t>
            </a:r>
            <a:r>
              <a:rPr sz="2000" spc="-35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a</a:t>
            </a:r>
            <a:r>
              <a:rPr sz="2000" spc="-210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 </a:t>
            </a:r>
            <a:r>
              <a:rPr sz="2000" spc="-70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message?</a:t>
            </a:r>
            <a:endParaRPr sz="2000" dirty="0">
              <a:latin typeface="Trebuchet MS" panose="020B0603020202020204" pitchFamily="34" charset="0"/>
              <a:cs typeface="Lucida Sans Unicod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2485" y="2325075"/>
            <a:ext cx="13065760" cy="1066165"/>
          </a:xfrm>
          <a:custGeom>
            <a:avLst/>
            <a:gdLst/>
            <a:ahLst/>
            <a:cxnLst/>
            <a:rect l="l" t="t" r="r" b="b"/>
            <a:pathLst>
              <a:path w="13065760" h="1066164">
                <a:moveTo>
                  <a:pt x="13065468" y="34036"/>
                </a:moveTo>
                <a:lnTo>
                  <a:pt x="13062788" y="20789"/>
                </a:lnTo>
                <a:lnTo>
                  <a:pt x="13055499" y="9969"/>
                </a:lnTo>
                <a:lnTo>
                  <a:pt x="13044678" y="2679"/>
                </a:lnTo>
                <a:lnTo>
                  <a:pt x="13031432" y="0"/>
                </a:lnTo>
                <a:lnTo>
                  <a:pt x="12958915" y="0"/>
                </a:lnTo>
                <a:lnTo>
                  <a:pt x="106578" y="0"/>
                </a:lnTo>
                <a:lnTo>
                  <a:pt x="34010" y="0"/>
                </a:lnTo>
                <a:lnTo>
                  <a:pt x="20764" y="2679"/>
                </a:lnTo>
                <a:lnTo>
                  <a:pt x="9956" y="9969"/>
                </a:lnTo>
                <a:lnTo>
                  <a:pt x="2667" y="20789"/>
                </a:lnTo>
                <a:lnTo>
                  <a:pt x="0" y="34036"/>
                </a:lnTo>
                <a:lnTo>
                  <a:pt x="0" y="1031748"/>
                </a:lnTo>
                <a:lnTo>
                  <a:pt x="2667" y="1045006"/>
                </a:lnTo>
                <a:lnTo>
                  <a:pt x="9956" y="1055827"/>
                </a:lnTo>
                <a:lnTo>
                  <a:pt x="20764" y="1063117"/>
                </a:lnTo>
                <a:lnTo>
                  <a:pt x="34010" y="1065784"/>
                </a:lnTo>
                <a:lnTo>
                  <a:pt x="106578" y="1065784"/>
                </a:lnTo>
                <a:lnTo>
                  <a:pt x="12958915" y="1065784"/>
                </a:lnTo>
                <a:lnTo>
                  <a:pt x="13031432" y="1065784"/>
                </a:lnTo>
                <a:lnTo>
                  <a:pt x="13044678" y="1063117"/>
                </a:lnTo>
                <a:lnTo>
                  <a:pt x="13055499" y="1055827"/>
                </a:lnTo>
                <a:lnTo>
                  <a:pt x="13062788" y="1045006"/>
                </a:lnTo>
                <a:lnTo>
                  <a:pt x="13065468" y="1031748"/>
                </a:lnTo>
                <a:lnTo>
                  <a:pt x="13065468" y="34036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82485" y="5043637"/>
            <a:ext cx="13065760" cy="2154555"/>
          </a:xfrm>
          <a:custGeom>
            <a:avLst/>
            <a:gdLst/>
            <a:ahLst/>
            <a:cxnLst/>
            <a:rect l="l" t="t" r="r" b="b"/>
            <a:pathLst>
              <a:path w="13065760" h="2154554">
                <a:moveTo>
                  <a:pt x="13065468" y="34036"/>
                </a:moveTo>
                <a:lnTo>
                  <a:pt x="13062788" y="20789"/>
                </a:lnTo>
                <a:lnTo>
                  <a:pt x="13055499" y="9969"/>
                </a:lnTo>
                <a:lnTo>
                  <a:pt x="13044678" y="2679"/>
                </a:lnTo>
                <a:lnTo>
                  <a:pt x="13031432" y="0"/>
                </a:lnTo>
                <a:lnTo>
                  <a:pt x="12958915" y="0"/>
                </a:lnTo>
                <a:lnTo>
                  <a:pt x="106578" y="0"/>
                </a:lnTo>
                <a:lnTo>
                  <a:pt x="34010" y="0"/>
                </a:lnTo>
                <a:lnTo>
                  <a:pt x="20764" y="2679"/>
                </a:lnTo>
                <a:lnTo>
                  <a:pt x="9956" y="9969"/>
                </a:lnTo>
                <a:lnTo>
                  <a:pt x="2667" y="20789"/>
                </a:lnTo>
                <a:lnTo>
                  <a:pt x="0" y="34036"/>
                </a:lnTo>
                <a:lnTo>
                  <a:pt x="0" y="2120506"/>
                </a:lnTo>
                <a:lnTo>
                  <a:pt x="2667" y="2133752"/>
                </a:lnTo>
                <a:lnTo>
                  <a:pt x="9956" y="2144560"/>
                </a:lnTo>
                <a:lnTo>
                  <a:pt x="20764" y="2151850"/>
                </a:lnTo>
                <a:lnTo>
                  <a:pt x="34010" y="2154517"/>
                </a:lnTo>
                <a:lnTo>
                  <a:pt x="106578" y="2154517"/>
                </a:lnTo>
                <a:lnTo>
                  <a:pt x="12958915" y="2154517"/>
                </a:lnTo>
                <a:lnTo>
                  <a:pt x="13031432" y="2154517"/>
                </a:lnTo>
                <a:lnTo>
                  <a:pt x="13044678" y="2151850"/>
                </a:lnTo>
                <a:lnTo>
                  <a:pt x="13055499" y="2144560"/>
                </a:lnTo>
                <a:lnTo>
                  <a:pt x="13062788" y="2133752"/>
                </a:lnTo>
                <a:lnTo>
                  <a:pt x="13065468" y="2120506"/>
                </a:lnTo>
                <a:lnTo>
                  <a:pt x="13065468" y="34036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81304" y="2434474"/>
            <a:ext cx="9542145" cy="4447371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7965">
              <a:lnSpc>
                <a:spcPct val="100000"/>
              </a:lnSpc>
              <a:spcBef>
                <a:spcPts val="900"/>
              </a:spcBef>
            </a:pPr>
            <a:r>
              <a:rPr sz="1750" b="1" dirty="0">
                <a:solidFill>
                  <a:srgbClr val="2E5496"/>
                </a:solidFill>
                <a:latin typeface="Trebuchet MS" panose="020B0603020202020204" pitchFamily="34" charset="0"/>
                <a:cs typeface="Consolas"/>
              </a:rPr>
              <a:t>print</a:t>
            </a:r>
            <a:r>
              <a:rPr sz="1750" b="1" spc="-35" dirty="0">
                <a:solidFill>
                  <a:srgbClr val="2E5496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750" b="1" dirty="0">
                <a:solidFill>
                  <a:srgbClr val="2E5496"/>
                </a:solidFill>
                <a:latin typeface="Trebuchet MS" panose="020B0603020202020204" pitchFamily="34" charset="0"/>
                <a:cs typeface="Consolas"/>
              </a:rPr>
              <a:t>("Welcome</a:t>
            </a:r>
            <a:r>
              <a:rPr sz="1750" b="1" spc="-20" dirty="0">
                <a:solidFill>
                  <a:srgbClr val="2E5496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750" b="1" dirty="0">
                <a:solidFill>
                  <a:srgbClr val="2E5496"/>
                </a:solidFill>
                <a:latin typeface="Trebuchet MS" panose="020B0603020202020204" pitchFamily="34" charset="0"/>
                <a:cs typeface="Consolas"/>
              </a:rPr>
              <a:t>to</a:t>
            </a:r>
            <a:r>
              <a:rPr sz="1750" b="1" spc="-15" dirty="0">
                <a:solidFill>
                  <a:srgbClr val="2E5496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750" b="1" dirty="0">
                <a:solidFill>
                  <a:srgbClr val="2E5496"/>
                </a:solidFill>
                <a:latin typeface="Trebuchet MS" panose="020B0603020202020204" pitchFamily="34" charset="0"/>
                <a:cs typeface="Consolas"/>
              </a:rPr>
              <a:t>Ask</a:t>
            </a:r>
            <a:r>
              <a:rPr sz="1750" b="1" spc="-20" dirty="0">
                <a:solidFill>
                  <a:srgbClr val="2E5496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750" b="1" spc="-10" dirty="0">
                <a:solidFill>
                  <a:srgbClr val="2E5496"/>
                </a:solidFill>
                <a:latin typeface="Trebuchet MS" panose="020B0603020202020204" pitchFamily="34" charset="0"/>
                <a:cs typeface="Consolas"/>
              </a:rPr>
              <a:t>Analytics")</a:t>
            </a:r>
            <a:endParaRPr sz="1750" dirty="0">
              <a:latin typeface="Trebuchet MS" panose="020B0603020202020204" pitchFamily="34" charset="0"/>
              <a:cs typeface="Consolas"/>
            </a:endParaRPr>
          </a:p>
          <a:p>
            <a:pPr marL="227965">
              <a:lnSpc>
                <a:spcPct val="100000"/>
              </a:lnSpc>
              <a:spcBef>
                <a:spcPts val="805"/>
              </a:spcBef>
            </a:pP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Welcome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to</a:t>
            </a:r>
            <a:r>
              <a:rPr sz="1750" spc="-2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Ask</a:t>
            </a:r>
            <a:r>
              <a:rPr sz="1750" spc="-2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Analytics</a:t>
            </a:r>
            <a:endParaRPr sz="1750" dirty="0">
              <a:latin typeface="Trebuchet MS" panose="020B0603020202020204" pitchFamily="34" charset="0"/>
              <a:cs typeface="Consolas"/>
            </a:endParaRPr>
          </a:p>
          <a:p>
            <a:pPr>
              <a:lnSpc>
                <a:spcPct val="100000"/>
              </a:lnSpc>
              <a:spcBef>
                <a:spcPts val="1870"/>
              </a:spcBef>
            </a:pPr>
            <a:endParaRPr sz="1750" dirty="0">
              <a:latin typeface="Trebuchet MS" panose="020B0603020202020204" pitchFamily="34" charset="0"/>
              <a:cs typeface="Consolas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175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print()</a:t>
            </a:r>
            <a:r>
              <a:rPr sz="1750" spc="2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is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</a:t>
            </a:r>
            <a:r>
              <a:rPr sz="1750" spc="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0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python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7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command</a:t>
            </a:r>
            <a:r>
              <a:rPr sz="1750" spc="-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6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to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3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print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a</a:t>
            </a:r>
            <a:r>
              <a:rPr sz="1750" spc="2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5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text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message</a:t>
            </a:r>
            <a:r>
              <a:rPr sz="1750" spc="-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9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which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1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must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be</a:t>
            </a:r>
            <a:r>
              <a:rPr sz="1750" spc="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enclosed</a:t>
            </a:r>
            <a:r>
              <a:rPr sz="1750" spc="-1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9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in</a:t>
            </a:r>
            <a:r>
              <a:rPr sz="1750" spc="15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 </a:t>
            </a:r>
            <a:r>
              <a:rPr sz="1750" spc="50" dirty="0">
                <a:solidFill>
                  <a:srgbClr val="2C3148"/>
                </a:solidFill>
                <a:latin typeface="Trebuchet MS" panose="020B0603020202020204" pitchFamily="34" charset="0"/>
                <a:cs typeface="Microsoft Sans Serif"/>
              </a:rPr>
              <a:t>quotes.</a:t>
            </a: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750" dirty="0">
              <a:latin typeface="Trebuchet MS" panose="020B0603020202020204" pitchFamily="34" charset="0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200" spc="-65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Print</a:t>
            </a:r>
            <a:r>
              <a:rPr sz="2200" spc="-160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 </a:t>
            </a:r>
            <a:r>
              <a:rPr sz="2200" spc="-35" dirty="0">
                <a:solidFill>
                  <a:srgbClr val="272C45"/>
                </a:solidFill>
                <a:latin typeface="Trebuchet MS" panose="020B0603020202020204" pitchFamily="34" charset="0"/>
                <a:cs typeface="Lucida Sans Unicode"/>
              </a:rPr>
              <a:t>numbers:</a:t>
            </a:r>
            <a:endParaRPr sz="2200" dirty="0">
              <a:latin typeface="Trebuchet MS" panose="020B0603020202020204" pitchFamily="34" charset="0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2200" dirty="0">
              <a:latin typeface="Trebuchet MS" panose="020B0603020202020204" pitchFamily="34" charset="0"/>
              <a:cs typeface="Lucida Sans Unicode"/>
            </a:endParaRPr>
          </a:p>
          <a:p>
            <a:pPr marL="227965">
              <a:lnSpc>
                <a:spcPct val="100000"/>
              </a:lnSpc>
            </a:pPr>
            <a:r>
              <a:rPr sz="1750" b="1" dirty="0">
                <a:solidFill>
                  <a:srgbClr val="2E5496"/>
                </a:solidFill>
                <a:latin typeface="Trebuchet MS" panose="020B0603020202020204" pitchFamily="34" charset="0"/>
                <a:cs typeface="Consolas"/>
              </a:rPr>
              <a:t>print</a:t>
            </a:r>
            <a:r>
              <a:rPr sz="1750" b="1" spc="-40" dirty="0">
                <a:solidFill>
                  <a:srgbClr val="2E5496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750" b="1" spc="-20" dirty="0">
                <a:solidFill>
                  <a:srgbClr val="2E5496"/>
                </a:solidFill>
                <a:latin typeface="Trebuchet MS" panose="020B0603020202020204" pitchFamily="34" charset="0"/>
                <a:cs typeface="Consolas"/>
              </a:rPr>
              <a:t>(55)</a:t>
            </a:r>
            <a:endParaRPr sz="1750" dirty="0">
              <a:latin typeface="Trebuchet MS" panose="020B0603020202020204" pitchFamily="34" charset="0"/>
              <a:cs typeface="Consolas"/>
            </a:endParaRPr>
          </a:p>
          <a:p>
            <a:pPr marL="227965">
              <a:lnSpc>
                <a:spcPct val="100000"/>
              </a:lnSpc>
              <a:spcBef>
                <a:spcPts val="805"/>
              </a:spcBef>
            </a:pPr>
            <a:r>
              <a:rPr sz="1750" spc="-25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55</a:t>
            </a:r>
            <a:endParaRPr sz="1750" dirty="0">
              <a:latin typeface="Trebuchet MS" panose="020B0603020202020204" pitchFamily="34" charset="0"/>
              <a:cs typeface="Consolas"/>
            </a:endParaRPr>
          </a:p>
          <a:p>
            <a:pPr marL="227965">
              <a:lnSpc>
                <a:spcPct val="100000"/>
              </a:lnSpc>
              <a:spcBef>
                <a:spcPts val="805"/>
              </a:spcBef>
            </a:pPr>
            <a:r>
              <a:rPr sz="1750" b="1" dirty="0">
                <a:solidFill>
                  <a:srgbClr val="2E5496"/>
                </a:solidFill>
                <a:latin typeface="Trebuchet MS" panose="020B0603020202020204" pitchFamily="34" charset="0"/>
                <a:cs typeface="Consolas"/>
              </a:rPr>
              <a:t>print</a:t>
            </a:r>
            <a:r>
              <a:rPr sz="1750" b="1" spc="-40" dirty="0">
                <a:solidFill>
                  <a:srgbClr val="2E5496"/>
                </a:solidFill>
                <a:latin typeface="Trebuchet MS" panose="020B0603020202020204" pitchFamily="34" charset="0"/>
                <a:cs typeface="Consolas"/>
              </a:rPr>
              <a:t> </a:t>
            </a:r>
            <a:r>
              <a:rPr sz="1750" b="1" spc="-20" dirty="0">
                <a:solidFill>
                  <a:srgbClr val="2E5496"/>
                </a:solidFill>
                <a:latin typeface="Trebuchet MS" panose="020B0603020202020204" pitchFamily="34" charset="0"/>
                <a:cs typeface="Consolas"/>
              </a:rPr>
              <a:t>(4*5)</a:t>
            </a:r>
            <a:endParaRPr sz="1750" dirty="0">
              <a:latin typeface="Trebuchet MS" panose="020B0603020202020204" pitchFamily="34" charset="0"/>
              <a:cs typeface="Consolas"/>
            </a:endParaRPr>
          </a:p>
          <a:p>
            <a:pPr marL="227965">
              <a:lnSpc>
                <a:spcPct val="100000"/>
              </a:lnSpc>
              <a:spcBef>
                <a:spcPts val="795"/>
              </a:spcBef>
            </a:pPr>
            <a:r>
              <a:rPr sz="1750" spc="-25" dirty="0">
                <a:solidFill>
                  <a:srgbClr val="2C3148"/>
                </a:solidFill>
                <a:latin typeface="Trebuchet MS" panose="020B0603020202020204" pitchFamily="34" charset="0"/>
                <a:cs typeface="Consolas"/>
              </a:rPr>
              <a:t>20</a:t>
            </a:r>
            <a:endParaRPr sz="1750" dirty="0">
              <a:latin typeface="Trebuchet MS" panose="020B0603020202020204" pitchFamily="34" charset="0"/>
              <a:cs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69002" y="2797555"/>
            <a:ext cx="4732020" cy="107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900" spc="-545" dirty="0">
                <a:solidFill>
                  <a:srgbClr val="252C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THANK</a:t>
            </a:r>
            <a:r>
              <a:rPr sz="6900" spc="-955" dirty="0">
                <a:solidFill>
                  <a:srgbClr val="252C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E" sz="6900" spc="-955" dirty="0">
                <a:solidFill>
                  <a:srgbClr val="252C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sz="6900" spc="-540" dirty="0">
                <a:solidFill>
                  <a:srgbClr val="252C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YOU!</a:t>
            </a:r>
            <a:endParaRPr sz="69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" name="object 21">
            <a:extLst>
              <a:ext uri="{FF2B5EF4-FFF2-40B4-BE49-F238E27FC236}">
                <a16:creationId xmlns:a16="http://schemas.microsoft.com/office/drawing/2014/main" id="{635EEAF5-0863-8EC3-F106-338D31A812AE}"/>
              </a:ext>
            </a:extLst>
          </p:cNvPr>
          <p:cNvGrpSpPr/>
          <p:nvPr/>
        </p:nvGrpSpPr>
        <p:grpSpPr>
          <a:xfrm>
            <a:off x="1097280" y="7427168"/>
            <a:ext cx="1526142" cy="404664"/>
            <a:chOff x="12227495" y="8878099"/>
            <a:chExt cx="2912110" cy="772160"/>
          </a:xfrm>
        </p:grpSpPr>
        <p:sp>
          <p:nvSpPr>
            <p:cNvPr id="4" name="object 22">
              <a:extLst>
                <a:ext uri="{FF2B5EF4-FFF2-40B4-BE49-F238E27FC236}">
                  <a16:creationId xmlns:a16="http://schemas.microsoft.com/office/drawing/2014/main" id="{85A9B68E-6556-6D9A-95D3-FB436A9F29C8}"/>
                </a:ext>
              </a:extLst>
            </p:cNvPr>
            <p:cNvSpPr/>
            <p:nvPr/>
          </p:nvSpPr>
          <p:spPr>
            <a:xfrm>
              <a:off x="13198678" y="9025737"/>
              <a:ext cx="692150" cy="194310"/>
            </a:xfrm>
            <a:custGeom>
              <a:avLst/>
              <a:gdLst/>
              <a:ahLst/>
              <a:cxnLst/>
              <a:rect l="l" t="t" r="r" b="b"/>
              <a:pathLst>
                <a:path w="692150" h="194309">
                  <a:moveTo>
                    <a:pt x="175679" y="97078"/>
                  </a:moveTo>
                  <a:lnTo>
                    <a:pt x="173926" y="77330"/>
                  </a:lnTo>
                  <a:lnTo>
                    <a:pt x="168643" y="59270"/>
                  </a:lnTo>
                  <a:lnTo>
                    <a:pt x="159829" y="42875"/>
                  </a:lnTo>
                  <a:lnTo>
                    <a:pt x="153631" y="35471"/>
                  </a:lnTo>
                  <a:lnTo>
                    <a:pt x="147510" y="28155"/>
                  </a:lnTo>
                  <a:lnTo>
                    <a:pt x="134797" y="17868"/>
                  </a:lnTo>
                  <a:lnTo>
                    <a:pt x="134797" y="97078"/>
                  </a:lnTo>
                  <a:lnTo>
                    <a:pt x="133731" y="109880"/>
                  </a:lnTo>
                  <a:lnTo>
                    <a:pt x="108496" y="148882"/>
                  </a:lnTo>
                  <a:lnTo>
                    <a:pt x="73482" y="158673"/>
                  </a:lnTo>
                  <a:lnTo>
                    <a:pt x="39509" y="158673"/>
                  </a:lnTo>
                  <a:lnTo>
                    <a:pt x="39509" y="35471"/>
                  </a:lnTo>
                  <a:lnTo>
                    <a:pt x="73482" y="35471"/>
                  </a:lnTo>
                  <a:lnTo>
                    <a:pt x="117678" y="52743"/>
                  </a:lnTo>
                  <a:lnTo>
                    <a:pt x="134797" y="97078"/>
                  </a:lnTo>
                  <a:lnTo>
                    <a:pt x="134797" y="17868"/>
                  </a:lnTo>
                  <a:lnTo>
                    <a:pt x="132524" y="16014"/>
                  </a:lnTo>
                  <a:lnTo>
                    <a:pt x="115735" y="7327"/>
                  </a:lnTo>
                  <a:lnTo>
                    <a:pt x="97167" y="2133"/>
                  </a:lnTo>
                  <a:lnTo>
                    <a:pt x="76796" y="393"/>
                  </a:lnTo>
                  <a:lnTo>
                    <a:pt x="0" y="393"/>
                  </a:lnTo>
                  <a:lnTo>
                    <a:pt x="0" y="193751"/>
                  </a:lnTo>
                  <a:lnTo>
                    <a:pt x="76796" y="193751"/>
                  </a:lnTo>
                  <a:lnTo>
                    <a:pt x="115735" y="186804"/>
                  </a:lnTo>
                  <a:lnTo>
                    <a:pt x="153644" y="158673"/>
                  </a:lnTo>
                  <a:lnTo>
                    <a:pt x="173926" y="116814"/>
                  </a:lnTo>
                  <a:lnTo>
                    <a:pt x="175679" y="97078"/>
                  </a:lnTo>
                  <a:close/>
                </a:path>
                <a:path w="692150" h="194309">
                  <a:moveTo>
                    <a:pt x="372071" y="193751"/>
                  </a:moveTo>
                  <a:lnTo>
                    <a:pt x="355041" y="151765"/>
                  </a:lnTo>
                  <a:lnTo>
                    <a:pt x="340804" y="116687"/>
                  </a:lnTo>
                  <a:lnTo>
                    <a:pt x="311442" y="44310"/>
                  </a:lnTo>
                  <a:lnTo>
                    <a:pt x="299427" y="14706"/>
                  </a:lnTo>
                  <a:lnTo>
                    <a:pt x="299427" y="116687"/>
                  </a:lnTo>
                  <a:lnTo>
                    <a:pt x="241973" y="116687"/>
                  </a:lnTo>
                  <a:lnTo>
                    <a:pt x="270700" y="44310"/>
                  </a:lnTo>
                  <a:lnTo>
                    <a:pt x="299427" y="116687"/>
                  </a:lnTo>
                  <a:lnTo>
                    <a:pt x="299427" y="14706"/>
                  </a:lnTo>
                  <a:lnTo>
                    <a:pt x="293624" y="393"/>
                  </a:lnTo>
                  <a:lnTo>
                    <a:pt x="249986" y="393"/>
                  </a:lnTo>
                  <a:lnTo>
                    <a:pt x="171538" y="193751"/>
                  </a:lnTo>
                  <a:lnTo>
                    <a:pt x="211594" y="193751"/>
                  </a:lnTo>
                  <a:lnTo>
                    <a:pt x="228168" y="151765"/>
                  </a:lnTo>
                  <a:lnTo>
                    <a:pt x="313245" y="151765"/>
                  </a:lnTo>
                  <a:lnTo>
                    <a:pt x="329819" y="193751"/>
                  </a:lnTo>
                  <a:lnTo>
                    <a:pt x="372071" y="193751"/>
                  </a:lnTo>
                  <a:close/>
                </a:path>
                <a:path w="692150" h="194309">
                  <a:moveTo>
                    <a:pt x="510743" y="0"/>
                  </a:moveTo>
                  <a:lnTo>
                    <a:pt x="352742" y="0"/>
                  </a:lnTo>
                  <a:lnTo>
                    <a:pt x="352742" y="35560"/>
                  </a:lnTo>
                  <a:lnTo>
                    <a:pt x="411848" y="35560"/>
                  </a:lnTo>
                  <a:lnTo>
                    <a:pt x="411848" y="194310"/>
                  </a:lnTo>
                  <a:lnTo>
                    <a:pt x="451358" y="194310"/>
                  </a:lnTo>
                  <a:lnTo>
                    <a:pt x="451358" y="35560"/>
                  </a:lnTo>
                  <a:lnTo>
                    <a:pt x="510743" y="35560"/>
                  </a:lnTo>
                  <a:lnTo>
                    <a:pt x="510743" y="0"/>
                  </a:lnTo>
                  <a:close/>
                </a:path>
                <a:path w="692150" h="194309">
                  <a:moveTo>
                    <a:pt x="691946" y="193751"/>
                  </a:moveTo>
                  <a:lnTo>
                    <a:pt x="674903" y="151765"/>
                  </a:lnTo>
                  <a:lnTo>
                    <a:pt x="660679" y="116687"/>
                  </a:lnTo>
                  <a:lnTo>
                    <a:pt x="631317" y="44310"/>
                  </a:lnTo>
                  <a:lnTo>
                    <a:pt x="619302" y="14706"/>
                  </a:lnTo>
                  <a:lnTo>
                    <a:pt x="619302" y="116687"/>
                  </a:lnTo>
                  <a:lnTo>
                    <a:pt x="561848" y="116687"/>
                  </a:lnTo>
                  <a:lnTo>
                    <a:pt x="590562" y="44310"/>
                  </a:lnTo>
                  <a:lnTo>
                    <a:pt x="619302" y="116687"/>
                  </a:lnTo>
                  <a:lnTo>
                    <a:pt x="619302" y="14706"/>
                  </a:lnTo>
                  <a:lnTo>
                    <a:pt x="613498" y="393"/>
                  </a:lnTo>
                  <a:lnTo>
                    <a:pt x="569849" y="393"/>
                  </a:lnTo>
                  <a:lnTo>
                    <a:pt x="491401" y="193751"/>
                  </a:lnTo>
                  <a:lnTo>
                    <a:pt x="531456" y="193751"/>
                  </a:lnTo>
                  <a:lnTo>
                    <a:pt x="548030" y="151765"/>
                  </a:lnTo>
                  <a:lnTo>
                    <a:pt x="633107" y="151765"/>
                  </a:lnTo>
                  <a:lnTo>
                    <a:pt x="649681" y="193751"/>
                  </a:lnTo>
                  <a:lnTo>
                    <a:pt x="691946" y="193751"/>
                  </a:lnTo>
                  <a:close/>
                </a:path>
              </a:pathLst>
            </a:custGeom>
            <a:solidFill>
              <a:srgbClr val="0101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23">
              <a:extLst>
                <a:ext uri="{FF2B5EF4-FFF2-40B4-BE49-F238E27FC236}">
                  <a16:creationId xmlns:a16="http://schemas.microsoft.com/office/drawing/2014/main" id="{9FC59DEB-CF7C-9751-AFA6-BE71A5DBC3C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86471" y="9023364"/>
              <a:ext cx="149987" cy="198877"/>
            </a:xfrm>
            <a:prstGeom prst="rect">
              <a:avLst/>
            </a:prstGeom>
          </p:spPr>
        </p:pic>
        <p:pic>
          <p:nvPicPr>
            <p:cNvPr id="6" name="object 24">
              <a:extLst>
                <a:ext uri="{FF2B5EF4-FFF2-40B4-BE49-F238E27FC236}">
                  <a16:creationId xmlns:a16="http://schemas.microsoft.com/office/drawing/2014/main" id="{467F8845-9C90-E24F-4334-E17CCE4CF4E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56340" y="9023364"/>
              <a:ext cx="191973" cy="198877"/>
            </a:xfrm>
            <a:prstGeom prst="rect">
              <a:avLst/>
            </a:prstGeom>
          </p:spPr>
        </p:pic>
        <p:sp>
          <p:nvSpPr>
            <p:cNvPr id="7" name="object 25">
              <a:extLst>
                <a:ext uri="{FF2B5EF4-FFF2-40B4-BE49-F238E27FC236}">
                  <a16:creationId xmlns:a16="http://schemas.microsoft.com/office/drawing/2014/main" id="{F7CC19C9-25D6-4C77-5457-8DD421E87B26}"/>
                </a:ext>
              </a:extLst>
            </p:cNvPr>
            <p:cNvSpPr/>
            <p:nvPr/>
          </p:nvSpPr>
          <p:spPr>
            <a:xfrm>
              <a:off x="14372616" y="9025737"/>
              <a:ext cx="198120" cy="194310"/>
            </a:xfrm>
            <a:custGeom>
              <a:avLst/>
              <a:gdLst/>
              <a:ahLst/>
              <a:cxnLst/>
              <a:rect l="l" t="t" r="r" b="b"/>
              <a:pathLst>
                <a:path w="198119" h="194309">
                  <a:moveTo>
                    <a:pt x="39497" y="393"/>
                  </a:moveTo>
                  <a:lnTo>
                    <a:pt x="0" y="393"/>
                  </a:lnTo>
                  <a:lnTo>
                    <a:pt x="0" y="193751"/>
                  </a:lnTo>
                  <a:lnTo>
                    <a:pt x="39497" y="193751"/>
                  </a:lnTo>
                  <a:lnTo>
                    <a:pt x="39497" y="393"/>
                  </a:lnTo>
                  <a:close/>
                </a:path>
                <a:path w="198119" h="194309">
                  <a:moveTo>
                    <a:pt x="198043" y="0"/>
                  </a:moveTo>
                  <a:lnTo>
                    <a:pt x="69329" y="0"/>
                  </a:lnTo>
                  <a:lnTo>
                    <a:pt x="69329" y="35560"/>
                  </a:lnTo>
                  <a:lnTo>
                    <a:pt x="69329" y="80010"/>
                  </a:lnTo>
                  <a:lnTo>
                    <a:pt x="69329" y="114300"/>
                  </a:lnTo>
                  <a:lnTo>
                    <a:pt x="69329" y="158750"/>
                  </a:lnTo>
                  <a:lnTo>
                    <a:pt x="69329" y="194310"/>
                  </a:lnTo>
                  <a:lnTo>
                    <a:pt x="198043" y="194310"/>
                  </a:lnTo>
                  <a:lnTo>
                    <a:pt x="198043" y="158750"/>
                  </a:lnTo>
                  <a:lnTo>
                    <a:pt x="108826" y="158750"/>
                  </a:lnTo>
                  <a:lnTo>
                    <a:pt x="108826" y="114300"/>
                  </a:lnTo>
                  <a:lnTo>
                    <a:pt x="195287" y="114300"/>
                  </a:lnTo>
                  <a:lnTo>
                    <a:pt x="195287" y="80010"/>
                  </a:lnTo>
                  <a:lnTo>
                    <a:pt x="108826" y="80010"/>
                  </a:lnTo>
                  <a:lnTo>
                    <a:pt x="108826" y="35560"/>
                  </a:lnTo>
                  <a:lnTo>
                    <a:pt x="198043" y="35560"/>
                  </a:lnTo>
                  <a:lnTo>
                    <a:pt x="198043" y="0"/>
                  </a:lnTo>
                  <a:close/>
                </a:path>
              </a:pathLst>
            </a:custGeom>
            <a:solidFill>
              <a:srgbClr val="0101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26">
              <a:extLst>
                <a:ext uri="{FF2B5EF4-FFF2-40B4-BE49-F238E27FC236}">
                  <a16:creationId xmlns:a16="http://schemas.microsoft.com/office/drawing/2014/main" id="{31ED0711-FB77-9F87-768D-8CEB30D0819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597189" y="9026124"/>
              <a:ext cx="172911" cy="193358"/>
            </a:xfrm>
            <a:prstGeom prst="rect">
              <a:avLst/>
            </a:prstGeom>
          </p:spPr>
        </p:pic>
        <p:pic>
          <p:nvPicPr>
            <p:cNvPr id="9" name="object 27">
              <a:extLst>
                <a:ext uri="{FF2B5EF4-FFF2-40B4-BE49-F238E27FC236}">
                  <a16:creationId xmlns:a16="http://schemas.microsoft.com/office/drawing/2014/main" id="{DC905AF2-D456-1EEE-24B5-A148350755B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794407" y="9023364"/>
              <a:ext cx="191969" cy="198877"/>
            </a:xfrm>
            <a:prstGeom prst="rect">
              <a:avLst/>
            </a:prstGeom>
          </p:spPr>
        </p:pic>
        <p:sp>
          <p:nvSpPr>
            <p:cNvPr id="10" name="object 28">
              <a:extLst>
                <a:ext uri="{FF2B5EF4-FFF2-40B4-BE49-F238E27FC236}">
                  <a16:creationId xmlns:a16="http://schemas.microsoft.com/office/drawing/2014/main" id="{77484AB2-7896-2884-221F-A9E9D8581342}"/>
                </a:ext>
              </a:extLst>
            </p:cNvPr>
            <p:cNvSpPr/>
            <p:nvPr/>
          </p:nvSpPr>
          <p:spPr>
            <a:xfrm>
              <a:off x="15010676" y="9025737"/>
              <a:ext cx="128905" cy="194310"/>
            </a:xfrm>
            <a:custGeom>
              <a:avLst/>
              <a:gdLst/>
              <a:ahLst/>
              <a:cxnLst/>
              <a:rect l="l" t="t" r="r" b="b"/>
              <a:pathLst>
                <a:path w="128905" h="194309">
                  <a:moveTo>
                    <a:pt x="128727" y="0"/>
                  </a:moveTo>
                  <a:lnTo>
                    <a:pt x="0" y="0"/>
                  </a:lnTo>
                  <a:lnTo>
                    <a:pt x="0" y="35560"/>
                  </a:lnTo>
                  <a:lnTo>
                    <a:pt x="0" y="80010"/>
                  </a:lnTo>
                  <a:lnTo>
                    <a:pt x="0" y="114300"/>
                  </a:lnTo>
                  <a:lnTo>
                    <a:pt x="0" y="158750"/>
                  </a:lnTo>
                  <a:lnTo>
                    <a:pt x="0" y="194310"/>
                  </a:lnTo>
                  <a:lnTo>
                    <a:pt x="128727" y="194310"/>
                  </a:lnTo>
                  <a:lnTo>
                    <a:pt x="128727" y="158750"/>
                  </a:lnTo>
                  <a:lnTo>
                    <a:pt x="39497" y="158750"/>
                  </a:lnTo>
                  <a:lnTo>
                    <a:pt x="39497" y="114300"/>
                  </a:lnTo>
                  <a:lnTo>
                    <a:pt x="125958" y="114300"/>
                  </a:lnTo>
                  <a:lnTo>
                    <a:pt x="125958" y="80010"/>
                  </a:lnTo>
                  <a:lnTo>
                    <a:pt x="39497" y="80010"/>
                  </a:lnTo>
                  <a:lnTo>
                    <a:pt x="39497" y="35560"/>
                  </a:lnTo>
                  <a:lnTo>
                    <a:pt x="128727" y="35560"/>
                  </a:lnTo>
                  <a:lnTo>
                    <a:pt x="128727" y="0"/>
                  </a:lnTo>
                  <a:close/>
                </a:path>
              </a:pathLst>
            </a:custGeom>
            <a:solidFill>
              <a:srgbClr val="0101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29">
              <a:extLst>
                <a:ext uri="{FF2B5EF4-FFF2-40B4-BE49-F238E27FC236}">
                  <a16:creationId xmlns:a16="http://schemas.microsoft.com/office/drawing/2014/main" id="{BE81E127-7698-C521-47E0-4CD234D0C803}"/>
                </a:ext>
              </a:extLst>
            </p:cNvPr>
            <p:cNvSpPr/>
            <p:nvPr/>
          </p:nvSpPr>
          <p:spPr>
            <a:xfrm>
              <a:off x="14109205" y="9317621"/>
              <a:ext cx="831215" cy="121285"/>
            </a:xfrm>
            <a:custGeom>
              <a:avLst/>
              <a:gdLst/>
              <a:ahLst/>
              <a:cxnLst/>
              <a:rect l="l" t="t" r="r" b="b"/>
              <a:pathLst>
                <a:path w="831215" h="121284">
                  <a:moveTo>
                    <a:pt x="21717" y="0"/>
                  </a:moveTo>
                  <a:lnTo>
                    <a:pt x="0" y="0"/>
                  </a:lnTo>
                  <a:lnTo>
                    <a:pt x="0" y="120815"/>
                  </a:lnTo>
                  <a:lnTo>
                    <a:pt x="21717" y="120815"/>
                  </a:lnTo>
                  <a:lnTo>
                    <a:pt x="21717" y="0"/>
                  </a:lnTo>
                  <a:close/>
                </a:path>
                <a:path w="831215" h="121284">
                  <a:moveTo>
                    <a:pt x="580618" y="38"/>
                  </a:moveTo>
                  <a:lnTo>
                    <a:pt x="489356" y="38"/>
                  </a:lnTo>
                  <a:lnTo>
                    <a:pt x="489356" y="19088"/>
                  </a:lnTo>
                  <a:lnTo>
                    <a:pt x="523963" y="19088"/>
                  </a:lnTo>
                  <a:lnTo>
                    <a:pt x="523963" y="120688"/>
                  </a:lnTo>
                  <a:lnTo>
                    <a:pt x="545833" y="120688"/>
                  </a:lnTo>
                  <a:lnTo>
                    <a:pt x="545833" y="19088"/>
                  </a:lnTo>
                  <a:lnTo>
                    <a:pt x="580618" y="19088"/>
                  </a:lnTo>
                  <a:lnTo>
                    <a:pt x="580618" y="38"/>
                  </a:lnTo>
                  <a:close/>
                </a:path>
                <a:path w="831215" h="121284">
                  <a:moveTo>
                    <a:pt x="831126" y="38"/>
                  </a:moveTo>
                  <a:lnTo>
                    <a:pt x="739851" y="38"/>
                  </a:lnTo>
                  <a:lnTo>
                    <a:pt x="739851" y="19088"/>
                  </a:lnTo>
                  <a:lnTo>
                    <a:pt x="774458" y="19088"/>
                  </a:lnTo>
                  <a:lnTo>
                    <a:pt x="774458" y="120688"/>
                  </a:lnTo>
                  <a:lnTo>
                    <a:pt x="796328" y="120688"/>
                  </a:lnTo>
                  <a:lnTo>
                    <a:pt x="796328" y="19088"/>
                  </a:lnTo>
                  <a:lnTo>
                    <a:pt x="831126" y="19088"/>
                  </a:lnTo>
                  <a:lnTo>
                    <a:pt x="831126" y="38"/>
                  </a:lnTo>
                  <a:close/>
                </a:path>
              </a:pathLst>
            </a:custGeom>
            <a:solidFill>
              <a:srgbClr val="5C5C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30">
              <a:extLst>
                <a:ext uri="{FF2B5EF4-FFF2-40B4-BE49-F238E27FC236}">
                  <a16:creationId xmlns:a16="http://schemas.microsoft.com/office/drawing/2014/main" id="{F39F6851-0744-D667-FE3F-DBE26B8241F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723997" y="9317617"/>
              <a:ext cx="90916" cy="122660"/>
            </a:xfrm>
            <a:prstGeom prst="rect">
              <a:avLst/>
            </a:prstGeom>
          </p:spPr>
        </p:pic>
        <p:pic>
          <p:nvPicPr>
            <p:cNvPr id="13" name="object 31">
              <a:extLst>
                <a:ext uri="{FF2B5EF4-FFF2-40B4-BE49-F238E27FC236}">
                  <a16:creationId xmlns:a16="http://schemas.microsoft.com/office/drawing/2014/main" id="{AE7F014A-D202-F8F2-4FB3-952BBE993BD0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74656" y="9317617"/>
              <a:ext cx="71006" cy="120809"/>
            </a:xfrm>
            <a:prstGeom prst="rect">
              <a:avLst/>
            </a:prstGeom>
          </p:spPr>
        </p:pic>
        <p:pic>
          <p:nvPicPr>
            <p:cNvPr id="14" name="object 32">
              <a:extLst>
                <a:ext uri="{FF2B5EF4-FFF2-40B4-BE49-F238E27FC236}">
                  <a16:creationId xmlns:a16="http://schemas.microsoft.com/office/drawing/2014/main" id="{E14875E9-D673-43EB-7A4A-548C0E4014E2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178255" y="9317617"/>
              <a:ext cx="92437" cy="120810"/>
            </a:xfrm>
            <a:prstGeom prst="rect">
              <a:avLst/>
            </a:prstGeom>
          </p:spPr>
        </p:pic>
        <p:pic>
          <p:nvPicPr>
            <p:cNvPr id="15" name="object 33">
              <a:extLst>
                <a:ext uri="{FF2B5EF4-FFF2-40B4-BE49-F238E27FC236}">
                  <a16:creationId xmlns:a16="http://schemas.microsoft.com/office/drawing/2014/main" id="{738E98CA-0B73-9A1E-8A6C-2707C5D6BF6A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311690" y="9315764"/>
              <a:ext cx="76489" cy="124345"/>
            </a:xfrm>
            <a:prstGeom prst="rect">
              <a:avLst/>
            </a:prstGeom>
          </p:spPr>
        </p:pic>
        <p:sp>
          <p:nvSpPr>
            <p:cNvPr id="16" name="object 34">
              <a:extLst>
                <a:ext uri="{FF2B5EF4-FFF2-40B4-BE49-F238E27FC236}">
                  <a16:creationId xmlns:a16="http://schemas.microsoft.com/office/drawing/2014/main" id="{D96BB7D5-7D05-3956-02DF-4983C91FE215}"/>
                </a:ext>
              </a:extLst>
            </p:cNvPr>
            <p:cNvSpPr/>
            <p:nvPr/>
          </p:nvSpPr>
          <p:spPr>
            <a:xfrm>
              <a:off x="14416938" y="9317621"/>
              <a:ext cx="147320" cy="121285"/>
            </a:xfrm>
            <a:custGeom>
              <a:avLst/>
              <a:gdLst/>
              <a:ahLst/>
              <a:cxnLst/>
              <a:rect l="l" t="t" r="r" b="b"/>
              <a:pathLst>
                <a:path w="147319" h="121284">
                  <a:moveTo>
                    <a:pt x="91274" y="38"/>
                  </a:moveTo>
                  <a:lnTo>
                    <a:pt x="0" y="38"/>
                  </a:lnTo>
                  <a:lnTo>
                    <a:pt x="0" y="19088"/>
                  </a:lnTo>
                  <a:lnTo>
                    <a:pt x="34607" y="19088"/>
                  </a:lnTo>
                  <a:lnTo>
                    <a:pt x="34607" y="120688"/>
                  </a:lnTo>
                  <a:lnTo>
                    <a:pt x="56476" y="120688"/>
                  </a:lnTo>
                  <a:lnTo>
                    <a:pt x="56476" y="19088"/>
                  </a:lnTo>
                  <a:lnTo>
                    <a:pt x="91274" y="19088"/>
                  </a:lnTo>
                  <a:lnTo>
                    <a:pt x="91274" y="38"/>
                  </a:lnTo>
                  <a:close/>
                </a:path>
                <a:path w="147319" h="121284">
                  <a:moveTo>
                    <a:pt x="147307" y="0"/>
                  </a:moveTo>
                  <a:lnTo>
                    <a:pt x="125590" y="0"/>
                  </a:lnTo>
                  <a:lnTo>
                    <a:pt x="125590" y="120815"/>
                  </a:lnTo>
                  <a:lnTo>
                    <a:pt x="147307" y="120815"/>
                  </a:lnTo>
                  <a:lnTo>
                    <a:pt x="147307" y="0"/>
                  </a:lnTo>
                  <a:close/>
                </a:path>
              </a:pathLst>
            </a:custGeom>
            <a:solidFill>
              <a:srgbClr val="5C5C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35">
              <a:extLst>
                <a:ext uri="{FF2B5EF4-FFF2-40B4-BE49-F238E27FC236}">
                  <a16:creationId xmlns:a16="http://schemas.microsoft.com/office/drawing/2014/main" id="{31098ECE-7569-27A8-AA02-7D324F678EFF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227495" y="8878099"/>
              <a:ext cx="785521" cy="7719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i9_Blue Lime">
      <a:dk1>
        <a:srgbClr val="57565A"/>
      </a:dk1>
      <a:lt1>
        <a:sysClr val="window" lastClr="FFFFFF"/>
      </a:lt1>
      <a:dk2>
        <a:srgbClr val="8DC928"/>
      </a:dk2>
      <a:lt2>
        <a:srgbClr val="ABD22A"/>
      </a:lt2>
      <a:accent1>
        <a:srgbClr val="2099D8"/>
      </a:accent1>
      <a:accent2>
        <a:srgbClr val="239CCE"/>
      </a:accent2>
      <a:accent3>
        <a:srgbClr val="27A6C2"/>
      </a:accent3>
      <a:accent4>
        <a:srgbClr val="25B7AB"/>
      </a:accent4>
      <a:accent5>
        <a:srgbClr val="5BBE77"/>
      </a:accent5>
      <a:accent6>
        <a:srgbClr val="7EC44E"/>
      </a:accent6>
      <a:hlink>
        <a:srgbClr val="2F8299"/>
      </a:hlink>
      <a:folHlink>
        <a:srgbClr val="8C8C8C"/>
      </a:folHlink>
    </a:clrScheme>
    <a:fontScheme name="Custom 3">
      <a:majorFont>
        <a:latin typeface="Open Sans Light"/>
        <a:ea typeface=""/>
        <a:cs typeface=""/>
      </a:majorFont>
      <a:minorFont>
        <a:latin typeface="Open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9_Blue Lime widescreen" id="{C37AEADC-FB20-D34E-9F8D-2E00D50B0EF3}" vid="{1F374C03-87F6-5F4C-82AD-2D1369AA9B4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6065</TotalTime>
  <Words>1507</Words>
  <Application>Microsoft Macintosh PowerPoint</Application>
  <PresentationFormat>Custom</PresentationFormat>
  <Paragraphs>178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</vt:lpstr>
      <vt:lpstr>Arial</vt:lpstr>
      <vt:lpstr>Calibri</vt:lpstr>
      <vt:lpstr>Lucida Sans Unicode</vt:lpstr>
      <vt:lpstr>Microsoft Sans Serif</vt:lpstr>
      <vt:lpstr>Open Sans</vt:lpstr>
      <vt:lpstr>Open Sans Light</vt:lpstr>
      <vt:lpstr>Trebuchet MS</vt:lpstr>
      <vt:lpstr>1_Office Theme</vt:lpstr>
      <vt:lpstr>Module 1: Introduction to Computer Programming</vt:lpstr>
      <vt:lpstr>Content</vt:lpstr>
      <vt:lpstr>What is Python?</vt:lpstr>
      <vt:lpstr>Why Learn Python?</vt:lpstr>
      <vt:lpstr>History of Python</vt:lpstr>
      <vt:lpstr>Why Python is Used for ML?</vt:lpstr>
      <vt:lpstr>Python Environment</vt:lpstr>
      <vt:lpstr>IDE</vt:lpstr>
      <vt:lpstr>Installing Python on Windows, Mac and Linux OS</vt:lpstr>
      <vt:lpstr>Anaconda &amp; the Conda Distribution</vt:lpstr>
      <vt:lpstr>Installing Anaconda (Simulation)</vt:lpstr>
      <vt:lpstr>Installing Anaconda (Simulation)</vt:lpstr>
      <vt:lpstr>Writing your First Program in Python</vt:lpstr>
      <vt:lpstr>Writing your First Program in Python</vt:lpstr>
      <vt:lpstr>Writing your First Program in Python</vt:lpstr>
      <vt:lpstr>Writing your First Program in Python</vt:lpstr>
      <vt:lpstr>THANK 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BEFORE YOU DO ANYTHING!</dc:title>
  <dc:creator>Paul Penman</dc:creator>
  <cp:lastModifiedBy>rachit agarwal</cp:lastModifiedBy>
  <cp:revision>45</cp:revision>
  <dcterms:created xsi:type="dcterms:W3CDTF">2020-05-12T15:02:53Z</dcterms:created>
  <dcterms:modified xsi:type="dcterms:W3CDTF">2025-09-29T16:55:11Z</dcterms:modified>
</cp:coreProperties>
</file>